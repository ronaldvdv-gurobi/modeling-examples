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4" r:id="rId6"/>
    <p:sldId id="261" r:id="rId7"/>
    <p:sldId id="262" r:id="rId8"/>
    <p:sldId id="263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7"/>
    <p:restoredTop sz="94627"/>
  </p:normalViewPr>
  <p:slideViewPr>
    <p:cSldViewPr snapToGrid="0">
      <p:cViewPr varScale="1">
        <p:scale>
          <a:sx n="93" d="100"/>
          <a:sy n="93" d="100"/>
        </p:scale>
        <p:origin x="22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1166-E99D-3066-FAD7-C3AB40629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A1556-7BBC-179D-12AD-A6A7B7651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DAF52-DC20-2980-3637-FA06F5B04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83F50-9637-C4DE-CEAC-81CEDBAA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8D43B-EF34-87BD-7375-8166B3D4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6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05FB-77FA-7577-9001-4C148E6E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B20C-5F42-7C1D-608D-2320F51FB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EEF3B-788B-A8A4-730A-483725D98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70236-16A9-383D-E46E-9C5A4DD9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1C92F-29EF-DAE5-86EC-E44D2117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5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CA6A-1BBF-3736-47CC-139E7E11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4B870-656B-D4D6-028A-EF5773457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B2FF-D034-481C-BBE9-E142C4EF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7AD01-3BEF-5D46-D95C-D08CAB30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AEDBC-2E5E-E78E-357B-CAB79A5E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44A7-5D15-97D9-EEA8-BEB3C9F03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B035-DF45-0188-E58A-8137F781C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90194-A484-C5F8-CF7C-307280FFA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871FB-3288-52A4-9D38-0AC1E87F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BFF72-7AD1-B679-040E-23234CEE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42351-8BB2-D5F4-1E11-D0F9E38F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8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E460-2921-F123-9337-891E7EF2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C2A35-9318-EBC6-CF2D-111BC73C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E309F-A8CD-8F80-96A0-C8FDC125D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B951C-BDAB-5D84-9C2F-EE55ABE8B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28ADD-D81C-619D-A9D8-B6A2C1902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B0FD8-44C7-FDBE-B49B-F5AEFC16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C1540-5C07-5926-1683-55C95CB5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4E808-5A60-E233-64E1-C958DEDC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9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B9F4-E38B-2B97-7B51-FD6FCCC8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BCC40-47CA-5434-1B3B-3A0417B5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CFF9C-7152-3F9C-86D3-1FDBEA3F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14D2C-10A5-A817-E232-DED6AC6B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3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21F19-1728-72D3-5B04-B4E8B3A8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B3BBC-5A59-A3D2-BF9F-F71AF554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4F029-532F-5432-777A-98DC786B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9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1E1D-08E0-CFDA-7E05-7D54A766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7437B-880A-7455-AB28-1407BE88E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A3101-0CC0-BE6C-3721-10DD0C37D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3B9B2-1CB4-60FF-7E94-79D6A5BD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28C10-8D51-9E46-B4C6-4B6A5B2C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0B499-CEA3-D94B-141D-87974FDC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1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06C4-D955-E733-F35F-D440D298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E1088-A404-2D18-3260-19E057B10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02BA-389C-BE3B-670A-315C0B0A8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C8627-FBA2-227B-FFFC-D4B1961C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61D89-62B1-CAD8-0506-6F275232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91320-BD7A-DDBE-03A9-10DC6709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ED61-7307-FA4B-9F99-B43E12F9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D3C9B-7DCC-8797-D4A3-DC9B67405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F5DD6-B0D6-3FAA-9563-9FE8B3540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6BE52-8EF9-5A0B-9F68-667EC42B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A8EF-6B43-1971-4538-5C072B60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4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A4CC0-709E-B84B-91A8-B4FD7F2F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9D2745-1215-B170-55D6-1AB60E15A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3FDFC-2E22-8AC3-F9E5-EBE98C82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87ED-8CA0-35A8-CCC0-0FCC7140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3B454-E5D0-4223-275C-07169DF5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7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54929B-A8EE-15A1-B48E-08987F96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3A719-2206-FADD-0511-26FD79857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2CAE-61A2-58D2-8FD4-AA5A957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CA7BD-4FD6-F94F-B2C6-CB67D890A59C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D3B7-9EE7-D859-8855-C7905E184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75AC-3201-2F46-6ED6-F2A01ABEF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30FDC-50F3-0140-B290-64F47E697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0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7BA7D0C-727F-C565-62B3-3AE922B00C05}"/>
              </a:ext>
            </a:extLst>
          </p:cNvPr>
          <p:cNvSpPr/>
          <p:nvPr/>
        </p:nvSpPr>
        <p:spPr>
          <a:xfrm>
            <a:off x="1605335" y="250324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CC63915B-3CB7-C4B7-5850-C4243899C6CC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2132077" y="1337237"/>
            <a:ext cx="16715" cy="194495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601F3967-4DDF-023C-D6C8-E43BA1027BB9}"/>
              </a:ext>
            </a:extLst>
          </p:cNvPr>
          <p:cNvSpPr txBox="1"/>
          <p:nvPr/>
        </p:nvSpPr>
        <p:spPr>
          <a:xfrm>
            <a:off x="3671076" y="358102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[8,13]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A709B6-65AE-D3DE-0EB4-6E51D16679E9}"/>
              </a:ext>
            </a:extLst>
          </p:cNvPr>
          <p:cNvSpPr/>
          <p:nvPr/>
        </p:nvSpPr>
        <p:spPr>
          <a:xfrm>
            <a:off x="1588620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</a:t>
            </a:r>
            <a:br>
              <a:rPr lang="en-US" sz="3600" dirty="0"/>
            </a:br>
            <a:r>
              <a:rPr lang="en-US" sz="3600" b="1" dirty="0"/>
              <a:t>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D6C6BB-0715-7D9C-A28D-4447FE8E5981}"/>
              </a:ext>
            </a:extLst>
          </p:cNvPr>
          <p:cNvSpPr/>
          <p:nvPr/>
        </p:nvSpPr>
        <p:spPr>
          <a:xfrm>
            <a:off x="5647976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C09BE2-ABD9-2816-EF4E-C9987678A7BB}"/>
              </a:ext>
            </a:extLst>
          </p:cNvPr>
          <p:cNvSpPr/>
          <p:nvPr/>
        </p:nvSpPr>
        <p:spPr>
          <a:xfrm>
            <a:off x="5647976" y="249079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</a:t>
            </a:r>
            <a:br>
              <a:rPr lang="en-US" sz="3600" dirty="0"/>
            </a:br>
            <a:r>
              <a:rPr lang="en-US" sz="3600" b="1" dirty="0"/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4F90FB-F0F3-A579-29AC-0DACEEAB75E1}"/>
              </a:ext>
            </a:extLst>
          </p:cNvPr>
          <p:cNvSpPr/>
          <p:nvPr/>
        </p:nvSpPr>
        <p:spPr>
          <a:xfrm>
            <a:off x="9690615" y="249079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</a:t>
            </a:r>
            <a:br>
              <a:rPr lang="en-US" sz="3600" dirty="0"/>
            </a:br>
            <a:r>
              <a:rPr lang="en-US" sz="3600" b="1" dirty="0"/>
              <a:t>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3026F5-6BB0-6CE9-0E52-2763B4CA7A56}"/>
              </a:ext>
            </a:extLst>
          </p:cNvPr>
          <p:cNvSpPr/>
          <p:nvPr/>
        </p:nvSpPr>
        <p:spPr>
          <a:xfrm>
            <a:off x="9675642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</a:t>
            </a:r>
            <a:br>
              <a:rPr lang="en-US" sz="3600" dirty="0"/>
            </a:br>
            <a:r>
              <a:rPr lang="en-US" sz="3600" b="1" dirty="0"/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536DA1-F114-7F34-6B7B-459CE29FD555}"/>
              </a:ext>
            </a:extLst>
          </p:cNvPr>
          <p:cNvSpPr/>
          <p:nvPr/>
        </p:nvSpPr>
        <p:spPr>
          <a:xfrm>
            <a:off x="3708525" y="5560332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6</a:t>
            </a:r>
            <a:br>
              <a:rPr lang="en-US" sz="3600" dirty="0"/>
            </a:br>
            <a:r>
              <a:rPr lang="en-US" sz="3600" b="1" dirty="0"/>
              <a:t>16</a:t>
            </a:r>
          </a:p>
        </p:txBody>
      </p:sp>
      <p:cxnSp>
        <p:nvCxnSpPr>
          <p:cNvPr id="14" name="Curved Connector 65">
            <a:extLst>
              <a:ext uri="{FF2B5EF4-FFF2-40B4-BE49-F238E27FC236}">
                <a16:creationId xmlns:a16="http://schemas.microsoft.com/office/drawing/2014/main" id="{DB9FDFCE-EBFF-C5D8-7028-ED2A1F1C252A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92248" y="792536"/>
            <a:ext cx="2955728" cy="124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65">
            <a:extLst>
              <a:ext uri="{FF2B5EF4-FFF2-40B4-BE49-F238E27FC236}">
                <a16:creationId xmlns:a16="http://schemas.microsoft.com/office/drawing/2014/main" id="{C6E296C0-6798-1174-8CEB-85D9EA9E501B}"/>
              </a:ext>
            </a:extLst>
          </p:cNvPr>
          <p:cNvCxnSpPr>
            <a:cxnSpLocks/>
            <a:stCxn id="5" idx="4"/>
            <a:endCxn id="3" idx="0"/>
          </p:cNvCxnSpPr>
          <p:nvPr/>
        </p:nvCxnSpPr>
        <p:spPr>
          <a:xfrm>
            <a:off x="6191432" y="1335992"/>
            <a:ext cx="0" cy="19462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65">
            <a:extLst>
              <a:ext uri="{FF2B5EF4-FFF2-40B4-BE49-F238E27FC236}">
                <a16:creationId xmlns:a16="http://schemas.microsoft.com/office/drawing/2014/main" id="{03AC3207-6CC7-7CC2-7B17-3BDC473840F4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2675533" y="3825653"/>
            <a:ext cx="2972443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65">
            <a:extLst>
              <a:ext uri="{FF2B5EF4-FFF2-40B4-BE49-F238E27FC236}">
                <a16:creationId xmlns:a16="http://schemas.microsoft.com/office/drawing/2014/main" id="{D4813D35-19BB-7501-59C7-CC941B54253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734889" y="792536"/>
            <a:ext cx="295572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65">
            <a:extLst>
              <a:ext uri="{FF2B5EF4-FFF2-40B4-BE49-F238E27FC236}">
                <a16:creationId xmlns:a16="http://schemas.microsoft.com/office/drawing/2014/main" id="{C01FA61F-94A7-6046-61F9-6F7457858745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219099" y="1335992"/>
            <a:ext cx="14973" cy="194620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65">
            <a:extLst>
              <a:ext uri="{FF2B5EF4-FFF2-40B4-BE49-F238E27FC236}">
                <a16:creationId xmlns:a16="http://schemas.microsoft.com/office/drawing/2014/main" id="{8ACBCED1-1F1C-BBAE-5EDA-1B6BAF0A5960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6575714" y="1176817"/>
            <a:ext cx="3259103" cy="226455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65">
            <a:extLst>
              <a:ext uri="{FF2B5EF4-FFF2-40B4-BE49-F238E27FC236}">
                <a16:creationId xmlns:a16="http://schemas.microsoft.com/office/drawing/2014/main" id="{13147CC0-4759-7D48-8B5C-6A8531CCADF3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6734889" y="3825653"/>
            <a:ext cx="2940753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65">
            <a:extLst>
              <a:ext uri="{FF2B5EF4-FFF2-40B4-BE49-F238E27FC236}">
                <a16:creationId xmlns:a16="http://schemas.microsoft.com/office/drawing/2014/main" id="{DF1410B7-CBC6-32EF-66E1-9A2C02738C3C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2516358" y="4209934"/>
            <a:ext cx="1351342" cy="15095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65">
            <a:extLst>
              <a:ext uri="{FF2B5EF4-FFF2-40B4-BE49-F238E27FC236}">
                <a16:creationId xmlns:a16="http://schemas.microsoft.com/office/drawing/2014/main" id="{286340BD-CA59-C757-DB30-79E169D1FC1B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636263" y="4209934"/>
            <a:ext cx="1170888" cy="15095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0BDC66C-9249-4C47-95B7-9B7BAB7150EC}"/>
              </a:ext>
            </a:extLst>
          </p:cNvPr>
          <p:cNvSpPr txBox="1"/>
          <p:nvPr/>
        </p:nvSpPr>
        <p:spPr>
          <a:xfrm>
            <a:off x="7760888" y="336439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[9,12]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604488-6D66-5871-F94D-2856AFABFF39}"/>
              </a:ext>
            </a:extLst>
          </p:cNvPr>
          <p:cNvSpPr txBox="1"/>
          <p:nvPr/>
        </p:nvSpPr>
        <p:spPr>
          <a:xfrm>
            <a:off x="3595716" y="3373994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[14,18]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12CBF1-2180-CA45-6362-DAD2A0C0CAC3}"/>
              </a:ext>
            </a:extLst>
          </p:cNvPr>
          <p:cNvSpPr txBox="1"/>
          <p:nvPr/>
        </p:nvSpPr>
        <p:spPr>
          <a:xfrm>
            <a:off x="7820979" y="3373994"/>
            <a:ext cx="84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[5,7]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CFC721-D3B4-56DC-123A-D00EFB359530}"/>
              </a:ext>
            </a:extLst>
          </p:cNvPr>
          <p:cNvSpPr txBox="1"/>
          <p:nvPr/>
        </p:nvSpPr>
        <p:spPr>
          <a:xfrm>
            <a:off x="2240872" y="1986849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[12,20]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5F6E8F-8A7B-3A98-6AEC-5CEA471CD5BA}"/>
              </a:ext>
            </a:extLst>
          </p:cNvPr>
          <p:cNvSpPr txBox="1"/>
          <p:nvPr/>
        </p:nvSpPr>
        <p:spPr>
          <a:xfrm>
            <a:off x="6266793" y="1999640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[13,17]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353591-69EF-93F2-E9F7-307AFA92E653}"/>
              </a:ext>
            </a:extLst>
          </p:cNvPr>
          <p:cNvSpPr txBox="1"/>
          <p:nvPr/>
        </p:nvSpPr>
        <p:spPr>
          <a:xfrm>
            <a:off x="10302076" y="1999640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[9,12]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A8461B-B4EE-62D8-1037-DFB2FF81F7CF}"/>
              </a:ext>
            </a:extLst>
          </p:cNvPr>
          <p:cNvSpPr txBox="1"/>
          <p:nvPr/>
        </p:nvSpPr>
        <p:spPr>
          <a:xfrm>
            <a:off x="8089824" y="1444408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[6,10]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B7FE63-C9B0-7A8E-9A5E-011C836DAA78}"/>
              </a:ext>
            </a:extLst>
          </p:cNvPr>
          <p:cNvSpPr txBox="1"/>
          <p:nvPr/>
        </p:nvSpPr>
        <p:spPr>
          <a:xfrm>
            <a:off x="2208233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[22,26]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378F97-4F39-E1E1-F2FC-3A1584A2D282}"/>
              </a:ext>
            </a:extLst>
          </p:cNvPr>
          <p:cNvSpPr txBox="1"/>
          <p:nvPr/>
        </p:nvSpPr>
        <p:spPr>
          <a:xfrm>
            <a:off x="5150781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[20,23]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=2</a:t>
            </a:r>
          </a:p>
        </p:txBody>
      </p:sp>
    </p:spTree>
    <p:extLst>
      <p:ext uri="{BB962C8B-B14F-4D97-AF65-F5344CB8AC3E}">
        <p14:creationId xmlns:p14="http://schemas.microsoft.com/office/powerpoint/2010/main" val="401569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285F-69A5-428D-37DE-DAB0F0FB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A2A3BB7-0816-32BD-1FDE-6F9D79A34618}"/>
              </a:ext>
            </a:extLst>
          </p:cNvPr>
          <p:cNvSpPr/>
          <p:nvPr/>
        </p:nvSpPr>
        <p:spPr>
          <a:xfrm>
            <a:off x="1605335" y="250324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D43B3F71-1829-9890-EB3B-98BBA5BB2827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2132077" y="1337237"/>
            <a:ext cx="16715" cy="1944959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81C65B0-B055-84FC-7B0E-E57C75B256D6}"/>
              </a:ext>
            </a:extLst>
          </p:cNvPr>
          <p:cNvSpPr/>
          <p:nvPr/>
        </p:nvSpPr>
        <p:spPr>
          <a:xfrm>
            <a:off x="1588620" y="3282196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</a:t>
            </a:r>
            <a:br>
              <a:rPr lang="en-US" sz="3600" dirty="0"/>
            </a:br>
            <a:r>
              <a:rPr lang="en-US" sz="3600" b="1" dirty="0"/>
              <a:t>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17CACC-24A6-A19B-8C78-DD752FBB52DF}"/>
              </a:ext>
            </a:extLst>
          </p:cNvPr>
          <p:cNvSpPr/>
          <p:nvPr/>
        </p:nvSpPr>
        <p:spPr>
          <a:xfrm>
            <a:off x="5647976" y="3282196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90BE3CA-A78D-9F68-05DE-17EB60217B56}"/>
              </a:ext>
            </a:extLst>
          </p:cNvPr>
          <p:cNvSpPr/>
          <p:nvPr/>
        </p:nvSpPr>
        <p:spPr>
          <a:xfrm>
            <a:off x="5647976" y="249079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</a:t>
            </a:r>
            <a:br>
              <a:rPr lang="en-US" sz="3600" dirty="0"/>
            </a:br>
            <a:r>
              <a:rPr lang="en-US" sz="3600" b="1" dirty="0"/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51A71F6-CB97-98E9-3E8F-0DFF6C2354B1}"/>
              </a:ext>
            </a:extLst>
          </p:cNvPr>
          <p:cNvSpPr/>
          <p:nvPr/>
        </p:nvSpPr>
        <p:spPr>
          <a:xfrm>
            <a:off x="9690615" y="249079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</a:t>
            </a:r>
            <a:br>
              <a:rPr lang="en-US" sz="3600" dirty="0"/>
            </a:br>
            <a:r>
              <a:rPr lang="en-US" sz="3600" b="1" dirty="0"/>
              <a:t>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26E881-5764-814C-9550-71A49FE49130}"/>
              </a:ext>
            </a:extLst>
          </p:cNvPr>
          <p:cNvSpPr/>
          <p:nvPr/>
        </p:nvSpPr>
        <p:spPr>
          <a:xfrm>
            <a:off x="9675642" y="3282196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</a:t>
            </a:r>
            <a:br>
              <a:rPr lang="en-US" sz="3600" dirty="0"/>
            </a:br>
            <a:r>
              <a:rPr lang="en-US" sz="3600" b="1" dirty="0"/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229503-A582-1109-81AD-76919485586A}"/>
              </a:ext>
            </a:extLst>
          </p:cNvPr>
          <p:cNvSpPr/>
          <p:nvPr/>
        </p:nvSpPr>
        <p:spPr>
          <a:xfrm>
            <a:off x="3708525" y="5560332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6</a:t>
            </a:r>
            <a:br>
              <a:rPr lang="en-US" sz="3600" dirty="0"/>
            </a:br>
            <a:r>
              <a:rPr lang="en-US" sz="3600" b="1" dirty="0"/>
              <a:t>16</a:t>
            </a:r>
          </a:p>
        </p:txBody>
      </p:sp>
      <p:cxnSp>
        <p:nvCxnSpPr>
          <p:cNvPr id="14" name="Curved Connector 65">
            <a:extLst>
              <a:ext uri="{FF2B5EF4-FFF2-40B4-BE49-F238E27FC236}">
                <a16:creationId xmlns:a16="http://schemas.microsoft.com/office/drawing/2014/main" id="{8D65B62F-CC2A-43B3-9E2E-19478B0908C6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92248" y="792536"/>
            <a:ext cx="2955728" cy="1245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65">
            <a:extLst>
              <a:ext uri="{FF2B5EF4-FFF2-40B4-BE49-F238E27FC236}">
                <a16:creationId xmlns:a16="http://schemas.microsoft.com/office/drawing/2014/main" id="{2EFFA26D-4B38-26D0-0085-2E69B4EDAA76}"/>
              </a:ext>
            </a:extLst>
          </p:cNvPr>
          <p:cNvCxnSpPr>
            <a:cxnSpLocks/>
            <a:stCxn id="5" idx="4"/>
            <a:endCxn id="3" idx="0"/>
          </p:cNvCxnSpPr>
          <p:nvPr/>
        </p:nvCxnSpPr>
        <p:spPr>
          <a:xfrm>
            <a:off x="6191432" y="1335992"/>
            <a:ext cx="0" cy="1946204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65">
            <a:extLst>
              <a:ext uri="{FF2B5EF4-FFF2-40B4-BE49-F238E27FC236}">
                <a16:creationId xmlns:a16="http://schemas.microsoft.com/office/drawing/2014/main" id="{AAA02BDE-189E-36CF-BF0B-45CE9CF24E04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2675533" y="3825653"/>
            <a:ext cx="2972443" cy="0"/>
          </a:xfrm>
          <a:prstGeom prst="straightConnector1">
            <a:avLst/>
          </a:prstGeom>
          <a:ln w="5715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65">
            <a:extLst>
              <a:ext uri="{FF2B5EF4-FFF2-40B4-BE49-F238E27FC236}">
                <a16:creationId xmlns:a16="http://schemas.microsoft.com/office/drawing/2014/main" id="{FF2FC233-D03D-3569-3C2A-8B87C1340E0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734889" y="792536"/>
            <a:ext cx="2955726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65">
            <a:extLst>
              <a:ext uri="{FF2B5EF4-FFF2-40B4-BE49-F238E27FC236}">
                <a16:creationId xmlns:a16="http://schemas.microsoft.com/office/drawing/2014/main" id="{EBB8F32E-F5EA-307E-50CA-2D5162523155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219099" y="1335992"/>
            <a:ext cx="14973" cy="194620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65">
            <a:extLst>
              <a:ext uri="{FF2B5EF4-FFF2-40B4-BE49-F238E27FC236}">
                <a16:creationId xmlns:a16="http://schemas.microsoft.com/office/drawing/2014/main" id="{5A6DEC75-CADC-4E86-1732-30443F135CE9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6575714" y="1176817"/>
            <a:ext cx="3259103" cy="226455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65">
            <a:extLst>
              <a:ext uri="{FF2B5EF4-FFF2-40B4-BE49-F238E27FC236}">
                <a16:creationId xmlns:a16="http://schemas.microsoft.com/office/drawing/2014/main" id="{AEBD0A9F-3578-7C2D-E23C-AED1B8409E12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6734889" y="3825653"/>
            <a:ext cx="2940753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65">
            <a:extLst>
              <a:ext uri="{FF2B5EF4-FFF2-40B4-BE49-F238E27FC236}">
                <a16:creationId xmlns:a16="http://schemas.microsoft.com/office/drawing/2014/main" id="{35D2AD23-32F1-389C-6BEA-EC0A74A5D5DB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2516358" y="4209934"/>
            <a:ext cx="1351342" cy="150957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65">
            <a:extLst>
              <a:ext uri="{FF2B5EF4-FFF2-40B4-BE49-F238E27FC236}">
                <a16:creationId xmlns:a16="http://schemas.microsoft.com/office/drawing/2014/main" id="{7D07FD3C-CC8E-A828-1742-7381AC0D554F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636263" y="4209934"/>
            <a:ext cx="1170888" cy="150957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Arrow circle with solid fill">
            <a:extLst>
              <a:ext uri="{FF2B5EF4-FFF2-40B4-BE49-F238E27FC236}">
                <a16:creationId xmlns:a16="http://schemas.microsoft.com/office/drawing/2014/main" id="{F8675AD8-454A-7EA2-DB35-0B4986AB8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9420" y="1745743"/>
            <a:ext cx="1232933" cy="12329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0E14D2-53EB-BF4A-2022-7A50E6334C03}"/>
              </a:ext>
            </a:extLst>
          </p:cNvPr>
          <p:cNvSpPr txBox="1"/>
          <p:nvPr/>
        </p:nvSpPr>
        <p:spPr>
          <a:xfrm>
            <a:off x="3671076" y="358102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</a:t>
            </a:r>
            <a:r>
              <a:rPr lang="en-US" sz="2400" dirty="0">
                <a:solidFill>
                  <a:schemeClr val="accent2"/>
                </a:solidFill>
              </a:rPr>
              <a:t>8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chemeClr val="accent6"/>
                </a:solidFill>
              </a:rPr>
              <a:t>13</a:t>
            </a:r>
            <a:r>
              <a:rPr lang="en-US" sz="2400" dirty="0">
                <a:solidFill>
                  <a:schemeClr val="accent1"/>
                </a:solidFill>
              </a:rPr>
              <a:t>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05AB79-3A86-9883-9BF9-440947B98A46}"/>
              </a:ext>
            </a:extLst>
          </p:cNvPr>
          <p:cNvSpPr txBox="1"/>
          <p:nvPr/>
        </p:nvSpPr>
        <p:spPr>
          <a:xfrm>
            <a:off x="7760888" y="336439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</a:p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1F81A6-3424-ABC1-0266-7DC3AC7016F7}"/>
              </a:ext>
            </a:extLst>
          </p:cNvPr>
          <p:cNvSpPr txBox="1"/>
          <p:nvPr/>
        </p:nvSpPr>
        <p:spPr>
          <a:xfrm>
            <a:off x="3595716" y="3373994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</a:t>
            </a:r>
            <a:r>
              <a:rPr lang="en-US" sz="2400" dirty="0">
                <a:solidFill>
                  <a:schemeClr val="accent2"/>
                </a:solidFill>
              </a:rPr>
              <a:t>14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chemeClr val="accent6"/>
                </a:solidFill>
              </a:rPr>
              <a:t>18</a:t>
            </a:r>
            <a:r>
              <a:rPr lang="en-US" sz="2400" dirty="0">
                <a:solidFill>
                  <a:schemeClr val="accent1"/>
                </a:solidFill>
              </a:rPr>
              <a:t>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9AFBA5-3284-8CA9-2697-55ABFEE2CFDF}"/>
              </a:ext>
            </a:extLst>
          </p:cNvPr>
          <p:cNvSpPr txBox="1"/>
          <p:nvPr/>
        </p:nvSpPr>
        <p:spPr>
          <a:xfrm>
            <a:off x="7820979" y="3373994"/>
            <a:ext cx="84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[5,7]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7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6E46B4-6AD7-EE2C-7C5F-AFBFEA3300B3}"/>
              </a:ext>
            </a:extLst>
          </p:cNvPr>
          <p:cNvSpPr txBox="1"/>
          <p:nvPr/>
        </p:nvSpPr>
        <p:spPr>
          <a:xfrm>
            <a:off x="2240872" y="1986849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</a:t>
            </a:r>
            <a:r>
              <a:rPr lang="en-US" sz="2400" dirty="0">
                <a:solidFill>
                  <a:schemeClr val="accent2"/>
                </a:solidFill>
              </a:rPr>
              <a:t>12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chemeClr val="accent6"/>
                </a:solidFill>
              </a:rPr>
              <a:t>20</a:t>
            </a:r>
            <a:r>
              <a:rPr lang="en-US" sz="2400" dirty="0">
                <a:solidFill>
                  <a:schemeClr val="accent1"/>
                </a:solidFill>
              </a:rPr>
              <a:t>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589E1-2BC9-8BAC-4173-190B925B1EAB}"/>
              </a:ext>
            </a:extLst>
          </p:cNvPr>
          <p:cNvSpPr txBox="1"/>
          <p:nvPr/>
        </p:nvSpPr>
        <p:spPr>
          <a:xfrm>
            <a:off x="6266793" y="1999640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</a:t>
            </a:r>
            <a:r>
              <a:rPr lang="en-US" sz="2400" dirty="0">
                <a:solidFill>
                  <a:schemeClr val="accent2"/>
                </a:solidFill>
              </a:rPr>
              <a:t>13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chemeClr val="accent6"/>
                </a:solidFill>
              </a:rPr>
              <a:t>17</a:t>
            </a:r>
            <a:r>
              <a:rPr lang="en-US" sz="2400" dirty="0">
                <a:solidFill>
                  <a:schemeClr val="accent1"/>
                </a:solidFill>
              </a:rPr>
              <a:t>]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80B0F1-7549-BE9F-6DF9-6D4BD1BEED0E}"/>
              </a:ext>
            </a:extLst>
          </p:cNvPr>
          <p:cNvSpPr txBox="1"/>
          <p:nvPr/>
        </p:nvSpPr>
        <p:spPr>
          <a:xfrm>
            <a:off x="10302076" y="1999640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9DF266-B9EF-E4DF-14B8-A93C150A03BF}"/>
              </a:ext>
            </a:extLst>
          </p:cNvPr>
          <p:cNvSpPr txBox="1"/>
          <p:nvPr/>
        </p:nvSpPr>
        <p:spPr>
          <a:xfrm>
            <a:off x="8089824" y="1444408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[6,10]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1F960E-2713-8B82-48D3-489D0BE57C35}"/>
              </a:ext>
            </a:extLst>
          </p:cNvPr>
          <p:cNvSpPr txBox="1"/>
          <p:nvPr/>
        </p:nvSpPr>
        <p:spPr>
          <a:xfrm>
            <a:off x="2208233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[22,26]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8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E0DD00-5206-5AC2-5774-DC1BFA8EFADD}"/>
              </a:ext>
            </a:extLst>
          </p:cNvPr>
          <p:cNvSpPr txBox="1"/>
          <p:nvPr/>
        </p:nvSpPr>
        <p:spPr>
          <a:xfrm>
            <a:off x="5150781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[20,23]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9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=2</a:t>
            </a:r>
          </a:p>
        </p:txBody>
      </p:sp>
    </p:spTree>
    <p:extLst>
      <p:ext uri="{BB962C8B-B14F-4D97-AF65-F5344CB8AC3E}">
        <p14:creationId xmlns:p14="http://schemas.microsoft.com/office/powerpoint/2010/main" val="297646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CFA4-C902-E95E-CDF4-97153FA2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C76C56-0B3A-0582-4408-AA015ABB9BBD}"/>
              </a:ext>
            </a:extLst>
          </p:cNvPr>
          <p:cNvSpPr/>
          <p:nvPr/>
        </p:nvSpPr>
        <p:spPr>
          <a:xfrm>
            <a:off x="1605335" y="250324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1656EF4D-21F4-D8B5-B4BD-4BC837697BB0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2132077" y="1337237"/>
            <a:ext cx="16715" cy="194495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3ED2CFC-E295-1049-6064-A028B5CC78D4}"/>
              </a:ext>
            </a:extLst>
          </p:cNvPr>
          <p:cNvSpPr/>
          <p:nvPr/>
        </p:nvSpPr>
        <p:spPr>
          <a:xfrm>
            <a:off x="1588620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</a:t>
            </a:r>
            <a:br>
              <a:rPr lang="en-US" sz="3600" dirty="0"/>
            </a:br>
            <a:r>
              <a:rPr lang="en-US" sz="3600" b="1" dirty="0"/>
              <a:t>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CBCC8C-B573-9FFE-7C08-9D376FA0CB37}"/>
              </a:ext>
            </a:extLst>
          </p:cNvPr>
          <p:cNvSpPr/>
          <p:nvPr/>
        </p:nvSpPr>
        <p:spPr>
          <a:xfrm>
            <a:off x="5647976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0B6968-050D-87FB-306E-2CA34A592853}"/>
              </a:ext>
            </a:extLst>
          </p:cNvPr>
          <p:cNvSpPr/>
          <p:nvPr/>
        </p:nvSpPr>
        <p:spPr>
          <a:xfrm>
            <a:off x="5647976" y="249079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</a:t>
            </a:r>
            <a:br>
              <a:rPr lang="en-US" sz="3600" dirty="0"/>
            </a:br>
            <a:r>
              <a:rPr lang="en-US" sz="3600" b="1" dirty="0"/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678CA4-6581-0C20-23C4-70F72CDD4296}"/>
              </a:ext>
            </a:extLst>
          </p:cNvPr>
          <p:cNvSpPr/>
          <p:nvPr/>
        </p:nvSpPr>
        <p:spPr>
          <a:xfrm>
            <a:off x="9690615" y="249079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</a:t>
            </a:r>
            <a:br>
              <a:rPr lang="en-US" sz="3600" dirty="0"/>
            </a:br>
            <a:r>
              <a:rPr lang="en-US" sz="3600" b="1" dirty="0"/>
              <a:t>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D065E0-F84C-D9CE-A804-36CB81F792DB}"/>
              </a:ext>
            </a:extLst>
          </p:cNvPr>
          <p:cNvSpPr/>
          <p:nvPr/>
        </p:nvSpPr>
        <p:spPr>
          <a:xfrm>
            <a:off x="9675642" y="3282196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</a:t>
            </a:r>
            <a:br>
              <a:rPr lang="en-US" sz="3600" dirty="0"/>
            </a:br>
            <a:r>
              <a:rPr lang="en-US" sz="3600" b="1" dirty="0"/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7A2AAD-FD16-453C-2DCC-3FF2614F7D57}"/>
              </a:ext>
            </a:extLst>
          </p:cNvPr>
          <p:cNvSpPr/>
          <p:nvPr/>
        </p:nvSpPr>
        <p:spPr>
          <a:xfrm>
            <a:off x="3708525" y="5560332"/>
            <a:ext cx="1086913" cy="1086913"/>
          </a:xfrm>
          <a:prstGeom prst="ellipse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6</a:t>
            </a:r>
            <a:br>
              <a:rPr lang="en-US" sz="3600" dirty="0"/>
            </a:br>
            <a:r>
              <a:rPr lang="en-US" sz="3600" b="1" dirty="0"/>
              <a:t>16</a:t>
            </a:r>
          </a:p>
        </p:txBody>
      </p:sp>
      <p:cxnSp>
        <p:nvCxnSpPr>
          <p:cNvPr id="14" name="Curved Connector 65">
            <a:extLst>
              <a:ext uri="{FF2B5EF4-FFF2-40B4-BE49-F238E27FC236}">
                <a16:creationId xmlns:a16="http://schemas.microsoft.com/office/drawing/2014/main" id="{DE600FC1-A06A-C0BD-FE8F-5AB19AC6B3B7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92248" y="792536"/>
            <a:ext cx="2955728" cy="124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65">
            <a:extLst>
              <a:ext uri="{FF2B5EF4-FFF2-40B4-BE49-F238E27FC236}">
                <a16:creationId xmlns:a16="http://schemas.microsoft.com/office/drawing/2014/main" id="{6EEBD6E0-A668-127D-E3C4-F6BE78B34318}"/>
              </a:ext>
            </a:extLst>
          </p:cNvPr>
          <p:cNvCxnSpPr>
            <a:cxnSpLocks/>
            <a:stCxn id="5" idx="4"/>
            <a:endCxn id="3" idx="0"/>
          </p:cNvCxnSpPr>
          <p:nvPr/>
        </p:nvCxnSpPr>
        <p:spPr>
          <a:xfrm>
            <a:off x="6191432" y="1335992"/>
            <a:ext cx="0" cy="194620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65">
            <a:extLst>
              <a:ext uri="{FF2B5EF4-FFF2-40B4-BE49-F238E27FC236}">
                <a16:creationId xmlns:a16="http://schemas.microsoft.com/office/drawing/2014/main" id="{B50DBC2D-F6A1-16A8-3BDE-BDBA45DDCEEB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2675533" y="3825653"/>
            <a:ext cx="2972443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65">
            <a:extLst>
              <a:ext uri="{FF2B5EF4-FFF2-40B4-BE49-F238E27FC236}">
                <a16:creationId xmlns:a16="http://schemas.microsoft.com/office/drawing/2014/main" id="{0BC70B38-6FC6-B18E-BD8E-C2EFC9F68E2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734889" y="792536"/>
            <a:ext cx="295572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65">
            <a:extLst>
              <a:ext uri="{FF2B5EF4-FFF2-40B4-BE49-F238E27FC236}">
                <a16:creationId xmlns:a16="http://schemas.microsoft.com/office/drawing/2014/main" id="{FC49AFA8-F910-975A-72DF-2396E88A913E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219099" y="1335992"/>
            <a:ext cx="14973" cy="194620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65">
            <a:extLst>
              <a:ext uri="{FF2B5EF4-FFF2-40B4-BE49-F238E27FC236}">
                <a16:creationId xmlns:a16="http://schemas.microsoft.com/office/drawing/2014/main" id="{85E26F78-809C-D89F-6B1B-D716912860A1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6575714" y="1176817"/>
            <a:ext cx="3259103" cy="226455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65">
            <a:extLst>
              <a:ext uri="{FF2B5EF4-FFF2-40B4-BE49-F238E27FC236}">
                <a16:creationId xmlns:a16="http://schemas.microsoft.com/office/drawing/2014/main" id="{B288523A-5A67-48E0-DF00-EC1567665FF4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6734889" y="3825653"/>
            <a:ext cx="2940753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65">
            <a:extLst>
              <a:ext uri="{FF2B5EF4-FFF2-40B4-BE49-F238E27FC236}">
                <a16:creationId xmlns:a16="http://schemas.microsoft.com/office/drawing/2014/main" id="{E69BC75C-B34F-3459-24A4-F49E6FB8FDF0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2516358" y="4209934"/>
            <a:ext cx="1351342" cy="150957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65">
            <a:extLst>
              <a:ext uri="{FF2B5EF4-FFF2-40B4-BE49-F238E27FC236}">
                <a16:creationId xmlns:a16="http://schemas.microsoft.com/office/drawing/2014/main" id="{698394E5-DE21-243C-BBD8-4CDE40E50482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636263" y="4209934"/>
            <a:ext cx="1170888" cy="150957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6EE1E2-54FF-3433-05E1-A6F21F6E5C02}"/>
              </a:ext>
            </a:extLst>
          </p:cNvPr>
          <p:cNvSpPr txBox="1"/>
          <p:nvPr/>
        </p:nvSpPr>
        <p:spPr>
          <a:xfrm>
            <a:off x="3671076" y="358102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[8,13]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97E82-03AB-2A89-C1BB-C2C916B45256}"/>
              </a:ext>
            </a:extLst>
          </p:cNvPr>
          <p:cNvSpPr txBox="1"/>
          <p:nvPr/>
        </p:nvSpPr>
        <p:spPr>
          <a:xfrm>
            <a:off x="7760888" y="336439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[9,12]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DBDE-B26E-0A52-9F9B-F60C2B55EBF5}"/>
              </a:ext>
            </a:extLst>
          </p:cNvPr>
          <p:cNvSpPr txBox="1"/>
          <p:nvPr/>
        </p:nvSpPr>
        <p:spPr>
          <a:xfrm>
            <a:off x="3595716" y="3373994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[14,18]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6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83128-3215-0990-7DE0-59B6D99BACF9}"/>
              </a:ext>
            </a:extLst>
          </p:cNvPr>
          <p:cNvSpPr txBox="1"/>
          <p:nvPr/>
        </p:nvSpPr>
        <p:spPr>
          <a:xfrm>
            <a:off x="7820979" y="3373994"/>
            <a:ext cx="84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[5,7]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7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410EC-8B76-0F5E-EF50-8D22BA7D8CB2}"/>
              </a:ext>
            </a:extLst>
          </p:cNvPr>
          <p:cNvSpPr txBox="1"/>
          <p:nvPr/>
        </p:nvSpPr>
        <p:spPr>
          <a:xfrm>
            <a:off x="2240872" y="1986849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[12,20]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B3E1C-12CE-681C-00C0-BFEED9C31FF9}"/>
              </a:ext>
            </a:extLst>
          </p:cNvPr>
          <p:cNvSpPr txBox="1"/>
          <p:nvPr/>
        </p:nvSpPr>
        <p:spPr>
          <a:xfrm>
            <a:off x="6266793" y="1999640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[13,17]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E16A5A-475C-4B6E-6031-F2A0979D564D}"/>
              </a:ext>
            </a:extLst>
          </p:cNvPr>
          <p:cNvSpPr txBox="1"/>
          <p:nvPr/>
        </p:nvSpPr>
        <p:spPr>
          <a:xfrm>
            <a:off x="10302076" y="1999640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08E5ED-5CBA-F4E4-78EB-59765424C3E3}"/>
              </a:ext>
            </a:extLst>
          </p:cNvPr>
          <p:cNvSpPr txBox="1"/>
          <p:nvPr/>
        </p:nvSpPr>
        <p:spPr>
          <a:xfrm>
            <a:off x="8089824" y="1444408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[6,10]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96A5CB-0266-0C15-2914-97304AFE9292}"/>
              </a:ext>
            </a:extLst>
          </p:cNvPr>
          <p:cNvSpPr txBox="1"/>
          <p:nvPr/>
        </p:nvSpPr>
        <p:spPr>
          <a:xfrm>
            <a:off x="2208233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[22,26]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D26D9B-AFBC-17FA-1A6C-9D0C735E8920}"/>
              </a:ext>
            </a:extLst>
          </p:cNvPr>
          <p:cNvSpPr txBox="1"/>
          <p:nvPr/>
        </p:nvSpPr>
        <p:spPr>
          <a:xfrm>
            <a:off x="5150781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[20,23]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9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=2</a:t>
            </a:r>
          </a:p>
        </p:txBody>
      </p:sp>
    </p:spTree>
    <p:extLst>
      <p:ext uri="{BB962C8B-B14F-4D97-AF65-F5344CB8AC3E}">
        <p14:creationId xmlns:p14="http://schemas.microsoft.com/office/powerpoint/2010/main" val="403635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B7FE-885A-235B-5EC2-67C03083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237EFE-2A66-5DF9-DAA2-6E2A65B01091}"/>
              </a:ext>
            </a:extLst>
          </p:cNvPr>
          <p:cNvSpPr/>
          <p:nvPr/>
        </p:nvSpPr>
        <p:spPr>
          <a:xfrm>
            <a:off x="1605335" y="250324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E0CCD41D-9103-56F6-BA6A-5390C495F149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2132077" y="1337237"/>
            <a:ext cx="16715" cy="1944959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A3B5F839-637E-5636-58EA-99C372DAC403}"/>
              </a:ext>
            </a:extLst>
          </p:cNvPr>
          <p:cNvSpPr/>
          <p:nvPr/>
        </p:nvSpPr>
        <p:spPr>
          <a:xfrm>
            <a:off x="1588620" y="3282196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</a:t>
            </a:r>
            <a:br>
              <a:rPr lang="en-US" sz="3600" dirty="0"/>
            </a:br>
            <a:r>
              <a:rPr lang="en-US" sz="3600" b="1" dirty="0"/>
              <a:t>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5CBA70-4A8A-9CFE-A0E1-05BB743AA035}"/>
              </a:ext>
            </a:extLst>
          </p:cNvPr>
          <p:cNvSpPr/>
          <p:nvPr/>
        </p:nvSpPr>
        <p:spPr>
          <a:xfrm>
            <a:off x="5647976" y="3282196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706A65-8569-8B35-3E96-25AC8FC2DC53}"/>
              </a:ext>
            </a:extLst>
          </p:cNvPr>
          <p:cNvSpPr/>
          <p:nvPr/>
        </p:nvSpPr>
        <p:spPr>
          <a:xfrm>
            <a:off x="5647976" y="249079"/>
            <a:ext cx="1086913" cy="108691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</a:t>
            </a:r>
            <a:br>
              <a:rPr lang="en-US" sz="3600" dirty="0"/>
            </a:br>
            <a:r>
              <a:rPr lang="en-US" sz="3600" b="1" dirty="0"/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CCB8B0-6837-9500-EAD4-0F5141F1891E}"/>
              </a:ext>
            </a:extLst>
          </p:cNvPr>
          <p:cNvSpPr/>
          <p:nvPr/>
        </p:nvSpPr>
        <p:spPr>
          <a:xfrm>
            <a:off x="9690615" y="249079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</a:t>
            </a:r>
            <a:br>
              <a:rPr lang="en-US" sz="3600" dirty="0"/>
            </a:br>
            <a:r>
              <a:rPr lang="en-US" sz="3600" b="1" dirty="0"/>
              <a:t>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134255-0369-75E5-8A6F-28925393E934}"/>
              </a:ext>
            </a:extLst>
          </p:cNvPr>
          <p:cNvSpPr/>
          <p:nvPr/>
        </p:nvSpPr>
        <p:spPr>
          <a:xfrm>
            <a:off x="9675642" y="3282196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</a:t>
            </a:r>
            <a:br>
              <a:rPr lang="en-US" sz="3600" dirty="0"/>
            </a:br>
            <a:r>
              <a:rPr lang="en-US" sz="3600" b="1" dirty="0"/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DD180E-C807-6175-057D-363928F6C7A8}"/>
              </a:ext>
            </a:extLst>
          </p:cNvPr>
          <p:cNvSpPr/>
          <p:nvPr/>
        </p:nvSpPr>
        <p:spPr>
          <a:xfrm>
            <a:off x="3708525" y="5560332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6</a:t>
            </a:r>
            <a:br>
              <a:rPr lang="en-US" sz="3600" dirty="0"/>
            </a:br>
            <a:r>
              <a:rPr lang="en-US" sz="3600" b="1" dirty="0"/>
              <a:t>16</a:t>
            </a:r>
          </a:p>
        </p:txBody>
      </p:sp>
      <p:cxnSp>
        <p:nvCxnSpPr>
          <p:cNvPr id="14" name="Curved Connector 65">
            <a:extLst>
              <a:ext uri="{FF2B5EF4-FFF2-40B4-BE49-F238E27FC236}">
                <a16:creationId xmlns:a16="http://schemas.microsoft.com/office/drawing/2014/main" id="{EA6D8361-A800-09FD-EB57-EBE9A39956CC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92248" y="792536"/>
            <a:ext cx="2955728" cy="1245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65">
            <a:extLst>
              <a:ext uri="{FF2B5EF4-FFF2-40B4-BE49-F238E27FC236}">
                <a16:creationId xmlns:a16="http://schemas.microsoft.com/office/drawing/2014/main" id="{5117E716-3F45-B64B-FEFA-32460D91E106}"/>
              </a:ext>
            </a:extLst>
          </p:cNvPr>
          <p:cNvCxnSpPr>
            <a:cxnSpLocks/>
            <a:stCxn id="5" idx="4"/>
            <a:endCxn id="3" idx="0"/>
          </p:cNvCxnSpPr>
          <p:nvPr/>
        </p:nvCxnSpPr>
        <p:spPr>
          <a:xfrm>
            <a:off x="6191432" y="1335992"/>
            <a:ext cx="0" cy="1946204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65">
            <a:extLst>
              <a:ext uri="{FF2B5EF4-FFF2-40B4-BE49-F238E27FC236}">
                <a16:creationId xmlns:a16="http://schemas.microsoft.com/office/drawing/2014/main" id="{DB01AF0C-858C-B805-A5FA-6BDC84D5F737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2675533" y="3825653"/>
            <a:ext cx="2972443" cy="0"/>
          </a:xfrm>
          <a:prstGeom prst="straightConnector1">
            <a:avLst/>
          </a:prstGeom>
          <a:ln w="5715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65">
            <a:extLst>
              <a:ext uri="{FF2B5EF4-FFF2-40B4-BE49-F238E27FC236}">
                <a16:creationId xmlns:a16="http://schemas.microsoft.com/office/drawing/2014/main" id="{18CBD9B7-A31E-0102-A1B5-F8C50A6A575E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734889" y="792536"/>
            <a:ext cx="2955726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65">
            <a:extLst>
              <a:ext uri="{FF2B5EF4-FFF2-40B4-BE49-F238E27FC236}">
                <a16:creationId xmlns:a16="http://schemas.microsoft.com/office/drawing/2014/main" id="{33993786-AB9D-0F95-2501-E540ABD28B13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219099" y="1335992"/>
            <a:ext cx="14973" cy="194620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65">
            <a:extLst>
              <a:ext uri="{FF2B5EF4-FFF2-40B4-BE49-F238E27FC236}">
                <a16:creationId xmlns:a16="http://schemas.microsoft.com/office/drawing/2014/main" id="{8FB55CF8-E7B9-BE0D-0E56-55A703794CAA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6575714" y="1176817"/>
            <a:ext cx="3259103" cy="226455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65">
            <a:extLst>
              <a:ext uri="{FF2B5EF4-FFF2-40B4-BE49-F238E27FC236}">
                <a16:creationId xmlns:a16="http://schemas.microsoft.com/office/drawing/2014/main" id="{AFF9055D-5EC2-8F76-8124-1ED12AD893D0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6734889" y="3825653"/>
            <a:ext cx="2940753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65">
            <a:extLst>
              <a:ext uri="{FF2B5EF4-FFF2-40B4-BE49-F238E27FC236}">
                <a16:creationId xmlns:a16="http://schemas.microsoft.com/office/drawing/2014/main" id="{14B84B2B-24F6-3B49-89DB-49DBAE8BEC09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2516358" y="4209934"/>
            <a:ext cx="1351342" cy="150957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65">
            <a:extLst>
              <a:ext uri="{FF2B5EF4-FFF2-40B4-BE49-F238E27FC236}">
                <a16:creationId xmlns:a16="http://schemas.microsoft.com/office/drawing/2014/main" id="{4C0BAAA1-324A-D9F3-60E0-B87270B65122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636263" y="4209934"/>
            <a:ext cx="1170888" cy="1509573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Arrow circle with solid fill">
            <a:extLst>
              <a:ext uri="{FF2B5EF4-FFF2-40B4-BE49-F238E27FC236}">
                <a16:creationId xmlns:a16="http://schemas.microsoft.com/office/drawing/2014/main" id="{271D3D48-BBCE-1B10-6227-1BC2BECC9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9420" y="1745743"/>
            <a:ext cx="1232933" cy="12329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F2907E-1A7F-4BBD-16E2-5C74576CC9CC}"/>
              </a:ext>
            </a:extLst>
          </p:cNvPr>
          <p:cNvSpPr txBox="1"/>
          <p:nvPr/>
        </p:nvSpPr>
        <p:spPr>
          <a:xfrm>
            <a:off x="3671076" y="358102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[8,13]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EFF6C2-2767-04A8-21D7-5C6F86D71483}"/>
              </a:ext>
            </a:extLst>
          </p:cNvPr>
          <p:cNvSpPr txBox="1"/>
          <p:nvPr/>
        </p:nvSpPr>
        <p:spPr>
          <a:xfrm>
            <a:off x="7760888" y="336439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</a:p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C5248-3E48-3A0C-23A3-18D5C50823AA}"/>
              </a:ext>
            </a:extLst>
          </p:cNvPr>
          <p:cNvSpPr txBox="1"/>
          <p:nvPr/>
        </p:nvSpPr>
        <p:spPr>
          <a:xfrm>
            <a:off x="3595716" y="3373994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[14,18]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74C958-31C3-8B1C-65F4-B0CBD7DE8525}"/>
              </a:ext>
            </a:extLst>
          </p:cNvPr>
          <p:cNvSpPr txBox="1"/>
          <p:nvPr/>
        </p:nvSpPr>
        <p:spPr>
          <a:xfrm>
            <a:off x="7820979" y="3373994"/>
            <a:ext cx="84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[5,7]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7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184FEE-D7DB-C0CF-40DA-0999D31AD740}"/>
              </a:ext>
            </a:extLst>
          </p:cNvPr>
          <p:cNvSpPr txBox="1"/>
          <p:nvPr/>
        </p:nvSpPr>
        <p:spPr>
          <a:xfrm>
            <a:off x="2240872" y="1986849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[12,20]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F5B81A-D971-B7F8-042D-FBDD5CD650C5}"/>
              </a:ext>
            </a:extLst>
          </p:cNvPr>
          <p:cNvSpPr txBox="1"/>
          <p:nvPr/>
        </p:nvSpPr>
        <p:spPr>
          <a:xfrm>
            <a:off x="6266793" y="1999640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[13,17]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84E52C-B1A4-8867-149B-8F3D70EFC418}"/>
              </a:ext>
            </a:extLst>
          </p:cNvPr>
          <p:cNvSpPr txBox="1"/>
          <p:nvPr/>
        </p:nvSpPr>
        <p:spPr>
          <a:xfrm>
            <a:off x="10302076" y="1999640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2B0E18-AE83-498A-0A60-E94EB6FFC4B4}"/>
              </a:ext>
            </a:extLst>
          </p:cNvPr>
          <p:cNvSpPr txBox="1"/>
          <p:nvPr/>
        </p:nvSpPr>
        <p:spPr>
          <a:xfrm>
            <a:off x="8089824" y="1444408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[6,10]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FC02D-E78C-94B7-BE71-8BB705567E15}"/>
              </a:ext>
            </a:extLst>
          </p:cNvPr>
          <p:cNvSpPr txBox="1"/>
          <p:nvPr/>
        </p:nvSpPr>
        <p:spPr>
          <a:xfrm>
            <a:off x="2208233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[22,26]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8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420A28-EE74-D82B-D568-E33B0C2D8553}"/>
              </a:ext>
            </a:extLst>
          </p:cNvPr>
          <p:cNvSpPr txBox="1"/>
          <p:nvPr/>
        </p:nvSpPr>
        <p:spPr>
          <a:xfrm>
            <a:off x="5150781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[20,23]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9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=2</a:t>
            </a:r>
          </a:p>
        </p:txBody>
      </p:sp>
    </p:spTree>
    <p:extLst>
      <p:ext uri="{BB962C8B-B14F-4D97-AF65-F5344CB8AC3E}">
        <p14:creationId xmlns:p14="http://schemas.microsoft.com/office/powerpoint/2010/main" val="10539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54DF-BC00-F60D-89E0-95C25C1D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E22914-D611-92CB-7271-6FB96E6C77FD}"/>
              </a:ext>
            </a:extLst>
          </p:cNvPr>
          <p:cNvSpPr/>
          <p:nvPr/>
        </p:nvSpPr>
        <p:spPr>
          <a:xfrm>
            <a:off x="1605335" y="250324"/>
            <a:ext cx="1086913" cy="1086913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4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0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A37E3FAB-B428-797E-21D4-67AD04237AB2}"/>
              </a:ext>
            </a:extLst>
          </p:cNvPr>
          <p:cNvCxnSpPr>
            <a:cxnSpLocks/>
            <a:stCxn id="2" idx="0"/>
            <a:endCxn id="4" idx="4"/>
          </p:cNvCxnSpPr>
          <p:nvPr/>
        </p:nvCxnSpPr>
        <p:spPr>
          <a:xfrm flipV="1">
            <a:off x="2132077" y="1337237"/>
            <a:ext cx="16715" cy="1944959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BFFD9562-33D4-B2B5-53BF-51A4178BA3C7}"/>
              </a:ext>
            </a:extLst>
          </p:cNvPr>
          <p:cNvSpPr txBox="1"/>
          <p:nvPr/>
        </p:nvSpPr>
        <p:spPr>
          <a:xfrm>
            <a:off x="3671076" y="358102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[8,13]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85509F-B085-E0B8-2AC5-651B5C2ADFF8}"/>
              </a:ext>
            </a:extLst>
          </p:cNvPr>
          <p:cNvSpPr/>
          <p:nvPr/>
        </p:nvSpPr>
        <p:spPr>
          <a:xfrm>
            <a:off x="1588620" y="3282196"/>
            <a:ext cx="1086913" cy="10869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4</a:t>
            </a:r>
            <a:br>
              <a:rPr lang="en-US" sz="3600" dirty="0"/>
            </a:br>
            <a:r>
              <a:rPr lang="en-US" sz="3600" b="1" dirty="0"/>
              <a:t>24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B38FBF-7026-04AE-218E-E141EDC1AF2B}"/>
              </a:ext>
            </a:extLst>
          </p:cNvPr>
          <p:cNvSpPr/>
          <p:nvPr/>
        </p:nvSpPr>
        <p:spPr>
          <a:xfrm>
            <a:off x="5647976" y="3282196"/>
            <a:ext cx="1086913" cy="10869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5</a:t>
            </a:r>
            <a:br>
              <a:rPr lang="en-US" sz="2400" dirty="0"/>
            </a:br>
            <a:r>
              <a:rPr lang="en-US" sz="3600" b="1" dirty="0"/>
              <a:t>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AAC354-EC6B-FF3F-721E-24D6957AA41F}"/>
              </a:ext>
            </a:extLst>
          </p:cNvPr>
          <p:cNvSpPr/>
          <p:nvPr/>
        </p:nvSpPr>
        <p:spPr>
          <a:xfrm>
            <a:off x="5647976" y="249079"/>
            <a:ext cx="1086913" cy="108691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1</a:t>
            </a:r>
            <a:br>
              <a:rPr lang="en-US" sz="3600" dirty="0"/>
            </a:br>
            <a:r>
              <a:rPr lang="en-US" sz="3600" b="1" dirty="0"/>
              <a:t>19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A9F790-5D68-A98E-4086-34927706A872}"/>
              </a:ext>
            </a:extLst>
          </p:cNvPr>
          <p:cNvSpPr/>
          <p:nvPr/>
        </p:nvSpPr>
        <p:spPr>
          <a:xfrm>
            <a:off x="9690615" y="249079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2</a:t>
            </a:r>
            <a:br>
              <a:rPr lang="en-US" sz="3600" dirty="0"/>
            </a:br>
            <a:r>
              <a:rPr lang="en-US" sz="3600" b="1" dirty="0"/>
              <a:t>29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A3E8E0-0A80-4665-3531-4E49EA47F62D}"/>
              </a:ext>
            </a:extLst>
          </p:cNvPr>
          <p:cNvSpPr/>
          <p:nvPr/>
        </p:nvSpPr>
        <p:spPr>
          <a:xfrm>
            <a:off x="9675642" y="3282196"/>
            <a:ext cx="1086913" cy="108691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3</a:t>
            </a:r>
            <a:br>
              <a:rPr lang="en-US" sz="3600" dirty="0"/>
            </a:br>
            <a:r>
              <a:rPr lang="en-US" sz="3600" b="1" dirty="0"/>
              <a:t>11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6AF2E6-3C15-B474-5CA7-D6D1D9C2C75C}"/>
              </a:ext>
            </a:extLst>
          </p:cNvPr>
          <p:cNvSpPr/>
          <p:nvPr/>
        </p:nvSpPr>
        <p:spPr>
          <a:xfrm>
            <a:off x="3708525" y="5560332"/>
            <a:ext cx="1086913" cy="108691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6</a:t>
            </a:r>
            <a:br>
              <a:rPr lang="en-US" sz="3600" dirty="0"/>
            </a:br>
            <a:r>
              <a:rPr lang="en-US" sz="3600" b="1" dirty="0"/>
              <a:t>16</a:t>
            </a:r>
          </a:p>
        </p:txBody>
      </p:sp>
      <p:cxnSp>
        <p:nvCxnSpPr>
          <p:cNvPr id="14" name="Curved Connector 65">
            <a:extLst>
              <a:ext uri="{FF2B5EF4-FFF2-40B4-BE49-F238E27FC236}">
                <a16:creationId xmlns:a16="http://schemas.microsoft.com/office/drawing/2014/main" id="{76F8279F-E915-3850-57A2-3DD199EE48AA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2692248" y="792536"/>
            <a:ext cx="2955728" cy="1245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65">
            <a:extLst>
              <a:ext uri="{FF2B5EF4-FFF2-40B4-BE49-F238E27FC236}">
                <a16:creationId xmlns:a16="http://schemas.microsoft.com/office/drawing/2014/main" id="{BE0055BC-C3E5-9435-182C-90F372E38296}"/>
              </a:ext>
            </a:extLst>
          </p:cNvPr>
          <p:cNvCxnSpPr>
            <a:cxnSpLocks/>
            <a:stCxn id="5" idx="4"/>
            <a:endCxn id="3" idx="0"/>
          </p:cNvCxnSpPr>
          <p:nvPr/>
        </p:nvCxnSpPr>
        <p:spPr>
          <a:xfrm>
            <a:off x="6191432" y="1335992"/>
            <a:ext cx="0" cy="1946204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65">
            <a:extLst>
              <a:ext uri="{FF2B5EF4-FFF2-40B4-BE49-F238E27FC236}">
                <a16:creationId xmlns:a16="http://schemas.microsoft.com/office/drawing/2014/main" id="{F2CEC7F1-DE02-05FD-7F9A-72160E3F821C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2675533" y="3825653"/>
            <a:ext cx="297244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65">
            <a:extLst>
              <a:ext uri="{FF2B5EF4-FFF2-40B4-BE49-F238E27FC236}">
                <a16:creationId xmlns:a16="http://schemas.microsoft.com/office/drawing/2014/main" id="{0CB0632C-7BC1-AF6C-3C90-61689AE8A43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734889" y="792536"/>
            <a:ext cx="2955726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65">
            <a:extLst>
              <a:ext uri="{FF2B5EF4-FFF2-40B4-BE49-F238E27FC236}">
                <a16:creationId xmlns:a16="http://schemas.microsoft.com/office/drawing/2014/main" id="{355506BA-8609-193C-392B-D73DE296A5D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 flipH="1">
            <a:off x="10219099" y="1335992"/>
            <a:ext cx="14973" cy="194620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65">
            <a:extLst>
              <a:ext uri="{FF2B5EF4-FFF2-40B4-BE49-F238E27FC236}">
                <a16:creationId xmlns:a16="http://schemas.microsoft.com/office/drawing/2014/main" id="{90E3E1A7-B632-B247-B928-1D8F1FAD4123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6575714" y="1176817"/>
            <a:ext cx="3259103" cy="2264554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65">
            <a:extLst>
              <a:ext uri="{FF2B5EF4-FFF2-40B4-BE49-F238E27FC236}">
                <a16:creationId xmlns:a16="http://schemas.microsoft.com/office/drawing/2014/main" id="{9689BC89-1DEC-7602-39CA-51F7A46974E7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>
            <a:off x="6734889" y="3825653"/>
            <a:ext cx="2940753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65">
            <a:extLst>
              <a:ext uri="{FF2B5EF4-FFF2-40B4-BE49-F238E27FC236}">
                <a16:creationId xmlns:a16="http://schemas.microsoft.com/office/drawing/2014/main" id="{AD1B1636-51B3-A8B8-FD9E-40FBA59B1F0D}"/>
              </a:ext>
            </a:extLst>
          </p:cNvPr>
          <p:cNvCxnSpPr>
            <a:cxnSpLocks/>
            <a:stCxn id="2" idx="5"/>
            <a:endCxn id="8" idx="1"/>
          </p:cNvCxnSpPr>
          <p:nvPr/>
        </p:nvCxnSpPr>
        <p:spPr>
          <a:xfrm>
            <a:off x="2516358" y="4209934"/>
            <a:ext cx="1351342" cy="1509573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65">
            <a:extLst>
              <a:ext uri="{FF2B5EF4-FFF2-40B4-BE49-F238E27FC236}">
                <a16:creationId xmlns:a16="http://schemas.microsoft.com/office/drawing/2014/main" id="{60EC2DF7-5C97-7BB9-BE0D-A28F6402DFCC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636263" y="4209934"/>
            <a:ext cx="1170888" cy="1509573"/>
          </a:xfrm>
          <a:prstGeom prst="straightConnector1">
            <a:avLst/>
          </a:prstGeom>
          <a:ln w="5715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9A04CBA-8D0D-385E-BE94-7A75993523A8}"/>
              </a:ext>
            </a:extLst>
          </p:cNvPr>
          <p:cNvSpPr txBox="1"/>
          <p:nvPr/>
        </p:nvSpPr>
        <p:spPr>
          <a:xfrm>
            <a:off x="7760888" y="336439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</a:p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911C86-D2A5-6617-C663-89243B408009}"/>
              </a:ext>
            </a:extLst>
          </p:cNvPr>
          <p:cNvSpPr txBox="1"/>
          <p:nvPr/>
        </p:nvSpPr>
        <p:spPr>
          <a:xfrm>
            <a:off x="3595716" y="3373994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[14,18]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6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D5F4DE-5AFD-FD19-2E9B-D3A8C9B0BCFC}"/>
              </a:ext>
            </a:extLst>
          </p:cNvPr>
          <p:cNvSpPr txBox="1"/>
          <p:nvPr/>
        </p:nvSpPr>
        <p:spPr>
          <a:xfrm>
            <a:off x="7820979" y="3373994"/>
            <a:ext cx="84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[5,7]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7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A65241-5765-1283-6910-5C6BD3739D55}"/>
              </a:ext>
            </a:extLst>
          </p:cNvPr>
          <p:cNvSpPr txBox="1"/>
          <p:nvPr/>
        </p:nvSpPr>
        <p:spPr>
          <a:xfrm>
            <a:off x="2240872" y="1986849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[12,20]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42F078-F110-F18A-B00D-A0011B2F5EB5}"/>
              </a:ext>
            </a:extLst>
          </p:cNvPr>
          <p:cNvSpPr txBox="1"/>
          <p:nvPr/>
        </p:nvSpPr>
        <p:spPr>
          <a:xfrm>
            <a:off x="6266793" y="1999640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[13,17]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6A4BD9-0E15-9C3B-5036-5FF2407076A6}"/>
              </a:ext>
            </a:extLst>
          </p:cNvPr>
          <p:cNvSpPr txBox="1"/>
          <p:nvPr/>
        </p:nvSpPr>
        <p:spPr>
          <a:xfrm>
            <a:off x="10302076" y="1999640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[9,12]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917FFE-BA4A-1F55-4773-A1E19593BC8D}"/>
              </a:ext>
            </a:extLst>
          </p:cNvPr>
          <p:cNvSpPr txBox="1"/>
          <p:nvPr/>
        </p:nvSpPr>
        <p:spPr>
          <a:xfrm>
            <a:off x="8089824" y="1444408"/>
            <a:ext cx="9509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[6,10]</a:t>
            </a:r>
            <a:br>
              <a:rPr lang="en-US" sz="24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=3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7E3946-FDFE-59F8-7ACD-D99BF3A55F9D}"/>
              </a:ext>
            </a:extLst>
          </p:cNvPr>
          <p:cNvSpPr txBox="1"/>
          <p:nvPr/>
        </p:nvSpPr>
        <p:spPr>
          <a:xfrm>
            <a:off x="2208233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[22,26]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=2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B0B80-ED9E-45E2-0559-BE1907E7FEE8}"/>
              </a:ext>
            </a:extLst>
          </p:cNvPr>
          <p:cNvSpPr txBox="1"/>
          <p:nvPr/>
        </p:nvSpPr>
        <p:spPr>
          <a:xfrm>
            <a:off x="5150781" y="4994917"/>
            <a:ext cx="11160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US" dirty="0"/>
              <a:t>[20,23]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baseline="-250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=2</a:t>
            </a:r>
          </a:p>
        </p:txBody>
      </p:sp>
      <p:pic>
        <p:nvPicPr>
          <p:cNvPr id="9" name="Graphic 8" descr="Arrow circle with solid fill">
            <a:extLst>
              <a:ext uri="{FF2B5EF4-FFF2-40B4-BE49-F238E27FC236}">
                <a16:creationId xmlns:a16="http://schemas.microsoft.com/office/drawing/2014/main" id="{E5F3FDAE-3E38-AEB1-37ED-795EDE202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2558" y="2665729"/>
            <a:ext cx="1232933" cy="12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5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EDD0-2E6B-F46B-7068-EF7D1536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B55D5D6-3098-F532-779C-82EBB7E80A7E}"/>
              </a:ext>
            </a:extLst>
          </p:cNvPr>
          <p:cNvSpPr/>
          <p:nvPr/>
        </p:nvSpPr>
        <p:spPr>
          <a:xfrm>
            <a:off x="1323278" y="1250381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0</a:t>
            </a:r>
            <a:br>
              <a:rPr lang="en-US" dirty="0"/>
            </a:br>
            <a:r>
              <a:rPr lang="en-US" b="1" dirty="0"/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E5915D-8CDA-D541-B8FC-99C8B1863D53}"/>
              </a:ext>
            </a:extLst>
          </p:cNvPr>
          <p:cNvSpPr/>
          <p:nvPr/>
        </p:nvSpPr>
        <p:spPr>
          <a:xfrm>
            <a:off x="2760977" y="1250381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</a:t>
            </a:r>
            <a:br>
              <a:rPr lang="en-US" dirty="0"/>
            </a:br>
            <a:r>
              <a:rPr lang="en-US" b="1" dirty="0"/>
              <a:t>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6362AD-76A0-74F9-7068-C3A2D671E5B3}"/>
              </a:ext>
            </a:extLst>
          </p:cNvPr>
          <p:cNvSpPr/>
          <p:nvPr/>
        </p:nvSpPr>
        <p:spPr>
          <a:xfrm>
            <a:off x="4696245" y="1250381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2</a:t>
            </a:r>
            <a:br>
              <a:rPr lang="en-US" dirty="0"/>
            </a:br>
            <a:r>
              <a:rPr lang="en-US" b="1" dirty="0"/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47A74F-A623-8E9D-2230-657C9961643B}"/>
              </a:ext>
            </a:extLst>
          </p:cNvPr>
          <p:cNvSpPr/>
          <p:nvPr/>
        </p:nvSpPr>
        <p:spPr>
          <a:xfrm>
            <a:off x="7264905" y="1250381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3</a:t>
            </a:r>
            <a:br>
              <a:rPr lang="en-US" dirty="0"/>
            </a:br>
            <a:r>
              <a:rPr lang="en-US" b="1" dirty="0"/>
              <a:t>19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F42600-7047-DBED-EEA7-D62E6E94C820}"/>
              </a:ext>
            </a:extLst>
          </p:cNvPr>
          <p:cNvSpPr/>
          <p:nvPr/>
        </p:nvSpPr>
        <p:spPr>
          <a:xfrm>
            <a:off x="8961465" y="1250381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4</a:t>
            </a:r>
            <a:br>
              <a:rPr lang="en-US" dirty="0"/>
            </a:br>
            <a:r>
              <a:rPr lang="en-US" b="1" dirty="0"/>
              <a:t>21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7AD4D8-ECFD-8F0C-A892-31C80DA748CC}"/>
              </a:ext>
            </a:extLst>
          </p:cNvPr>
          <p:cNvSpPr/>
          <p:nvPr/>
        </p:nvSpPr>
        <p:spPr>
          <a:xfrm>
            <a:off x="1354801" y="2062494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5</a:t>
            </a:r>
            <a:br>
              <a:rPr lang="en-US" dirty="0"/>
            </a:br>
            <a:r>
              <a:rPr lang="en-US" b="1" dirty="0"/>
              <a:t>20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966DE7-E1B1-0311-EF54-C8743A64F030}"/>
              </a:ext>
            </a:extLst>
          </p:cNvPr>
          <p:cNvSpPr/>
          <p:nvPr/>
        </p:nvSpPr>
        <p:spPr>
          <a:xfrm>
            <a:off x="2760977" y="2062494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6</a:t>
            </a:r>
            <a:br>
              <a:rPr lang="en-US" dirty="0"/>
            </a:br>
            <a:r>
              <a:rPr lang="en-US" b="1" dirty="0"/>
              <a:t>14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A2F9BA-E991-4A2C-3E96-EC97AE087C5B}"/>
              </a:ext>
            </a:extLst>
          </p:cNvPr>
          <p:cNvSpPr/>
          <p:nvPr/>
        </p:nvSpPr>
        <p:spPr>
          <a:xfrm>
            <a:off x="4696245" y="2062494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7</a:t>
            </a:r>
            <a:br>
              <a:rPr lang="en-US" dirty="0"/>
            </a:br>
            <a:r>
              <a:rPr lang="en-US" b="1" dirty="0"/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A01A0D-D063-D2CC-76F2-7DB3FC7667FD}"/>
              </a:ext>
            </a:extLst>
          </p:cNvPr>
          <p:cNvSpPr/>
          <p:nvPr/>
        </p:nvSpPr>
        <p:spPr>
          <a:xfrm>
            <a:off x="7264905" y="2062494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8</a:t>
            </a:r>
            <a:br>
              <a:rPr lang="en-US" dirty="0"/>
            </a:br>
            <a:r>
              <a:rPr lang="en-US" b="1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3D39A4-FDB3-8A0E-E4EF-3F55C539E4E6}"/>
              </a:ext>
            </a:extLst>
          </p:cNvPr>
          <p:cNvSpPr/>
          <p:nvPr/>
        </p:nvSpPr>
        <p:spPr>
          <a:xfrm>
            <a:off x="8961465" y="2062494"/>
            <a:ext cx="580768" cy="5807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9</a:t>
            </a:r>
            <a:br>
              <a:rPr lang="en-US" dirty="0"/>
            </a:br>
            <a:r>
              <a:rPr lang="en-US" b="1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947F14-D799-8BBE-2FE3-1196799B36CF}"/>
              </a:ext>
            </a:extLst>
          </p:cNvPr>
          <p:cNvSpPr/>
          <p:nvPr/>
        </p:nvSpPr>
        <p:spPr>
          <a:xfrm>
            <a:off x="5861221" y="1672272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10</a:t>
            </a:r>
            <a:br>
              <a:rPr lang="en-US" dirty="0"/>
            </a:br>
            <a:r>
              <a:rPr lang="en-US" b="1" dirty="0"/>
              <a:t>16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EBE641-D305-13D7-AA72-5466091DC7E3}"/>
              </a:ext>
            </a:extLst>
          </p:cNvPr>
          <p:cNvSpPr/>
          <p:nvPr/>
        </p:nvSpPr>
        <p:spPr>
          <a:xfrm>
            <a:off x="5861221" y="2474377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13</a:t>
            </a:r>
            <a:br>
              <a:rPr lang="en-US" dirty="0"/>
            </a:br>
            <a:r>
              <a:rPr lang="en-US" b="1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F93837-5BA2-0BA0-2A9A-1751F1D0796C}"/>
              </a:ext>
            </a:extLst>
          </p:cNvPr>
          <p:cNvSpPr/>
          <p:nvPr/>
        </p:nvSpPr>
        <p:spPr>
          <a:xfrm>
            <a:off x="7267397" y="3138616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11</a:t>
            </a:r>
            <a:br>
              <a:rPr lang="en-US" dirty="0"/>
            </a:br>
            <a:r>
              <a:rPr lang="en-US" b="1" dirty="0"/>
              <a:t>21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007C67-1096-3E15-BDE0-D4BC10390826}"/>
              </a:ext>
            </a:extLst>
          </p:cNvPr>
          <p:cNvSpPr/>
          <p:nvPr/>
        </p:nvSpPr>
        <p:spPr>
          <a:xfrm>
            <a:off x="7267397" y="3940721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14</a:t>
            </a:r>
            <a:br>
              <a:rPr lang="en-US" dirty="0"/>
            </a:br>
            <a:r>
              <a:rPr lang="en-US" b="1" dirty="0"/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9383D7-C9E1-E77C-EFB9-DBBB734CBB7B}"/>
              </a:ext>
            </a:extLst>
          </p:cNvPr>
          <p:cNvSpPr/>
          <p:nvPr/>
        </p:nvSpPr>
        <p:spPr>
          <a:xfrm>
            <a:off x="8961465" y="4305247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12</a:t>
            </a:r>
            <a:br>
              <a:rPr lang="en-US" dirty="0"/>
            </a:br>
            <a:r>
              <a:rPr lang="en-US" b="1" dirty="0"/>
              <a:t>24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8E74B7-D6C8-8D9A-1D68-51EA30F80C8E}"/>
              </a:ext>
            </a:extLst>
          </p:cNvPr>
          <p:cNvSpPr/>
          <p:nvPr/>
        </p:nvSpPr>
        <p:spPr>
          <a:xfrm>
            <a:off x="8961465" y="5107352"/>
            <a:ext cx="580768" cy="580768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15</a:t>
            </a:r>
            <a:br>
              <a:rPr lang="en-US" sz="1200" dirty="0"/>
            </a:br>
            <a:r>
              <a:rPr lang="en-US" b="1" dirty="0"/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B0B633-53EB-59D0-CFCD-0BACA6C71984}"/>
              </a:ext>
            </a:extLst>
          </p:cNvPr>
          <p:cNvSpPr/>
          <p:nvPr/>
        </p:nvSpPr>
        <p:spPr>
          <a:xfrm>
            <a:off x="2760977" y="4700011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16</a:t>
            </a:r>
            <a:br>
              <a:rPr lang="en-US" dirty="0"/>
            </a:br>
            <a:r>
              <a:rPr lang="en-US" b="1" dirty="0"/>
              <a:t>21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60A069-EEC7-ED47-5006-2AD85E2DAC60}"/>
              </a:ext>
            </a:extLst>
          </p:cNvPr>
          <p:cNvSpPr/>
          <p:nvPr/>
        </p:nvSpPr>
        <p:spPr>
          <a:xfrm>
            <a:off x="2760977" y="5502116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20</a:t>
            </a:r>
            <a:br>
              <a:rPr lang="en-US" sz="1200" dirty="0"/>
            </a:br>
            <a:r>
              <a:rPr lang="en-US" b="1" dirty="0"/>
              <a:t>6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FBCD35B-444E-8225-ADF6-67A428635CED}"/>
              </a:ext>
            </a:extLst>
          </p:cNvPr>
          <p:cNvSpPr/>
          <p:nvPr/>
        </p:nvSpPr>
        <p:spPr>
          <a:xfrm>
            <a:off x="9832617" y="4700011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19</a:t>
            </a:r>
            <a:br>
              <a:rPr lang="en-US" dirty="0"/>
            </a:br>
            <a:r>
              <a:rPr lang="en-US" b="1" dirty="0"/>
              <a:t>28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688F99E-9968-FB5F-02D1-B047312EEB2E}"/>
              </a:ext>
            </a:extLst>
          </p:cNvPr>
          <p:cNvSpPr/>
          <p:nvPr/>
        </p:nvSpPr>
        <p:spPr>
          <a:xfrm>
            <a:off x="9832617" y="5502116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23</a:t>
            </a:r>
            <a:br>
              <a:rPr lang="en-US" dirty="0"/>
            </a:br>
            <a:r>
              <a:rPr lang="en-US" b="1" dirty="0"/>
              <a:t>26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18B4E9A-723C-E555-222F-D4142B3B69A5}"/>
              </a:ext>
            </a:extLst>
          </p:cNvPr>
          <p:cNvSpPr/>
          <p:nvPr/>
        </p:nvSpPr>
        <p:spPr>
          <a:xfrm>
            <a:off x="4694051" y="4700011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17</a:t>
            </a:r>
            <a:br>
              <a:rPr lang="en-US" dirty="0"/>
            </a:br>
            <a:r>
              <a:rPr lang="en-US" b="1" dirty="0"/>
              <a:t>15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E7019BB-A6C5-216E-8025-333D4E7A0E26}"/>
              </a:ext>
            </a:extLst>
          </p:cNvPr>
          <p:cNvSpPr/>
          <p:nvPr/>
        </p:nvSpPr>
        <p:spPr>
          <a:xfrm>
            <a:off x="4694051" y="5502116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21</a:t>
            </a:r>
            <a:br>
              <a:rPr lang="en-US" dirty="0"/>
            </a:br>
            <a:r>
              <a:rPr lang="en-US" b="1" dirty="0"/>
              <a:t>12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5917AE-A7F5-A06F-33F8-40106124004A}"/>
              </a:ext>
            </a:extLst>
          </p:cNvPr>
          <p:cNvSpPr/>
          <p:nvPr/>
        </p:nvSpPr>
        <p:spPr>
          <a:xfrm>
            <a:off x="7267397" y="4700011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18</a:t>
            </a:r>
            <a:br>
              <a:rPr lang="en-US" dirty="0"/>
            </a:br>
            <a:r>
              <a:rPr lang="en-US" b="1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D696B8B-F994-04A2-8FBA-6A5E562DEB93}"/>
              </a:ext>
            </a:extLst>
          </p:cNvPr>
          <p:cNvSpPr/>
          <p:nvPr/>
        </p:nvSpPr>
        <p:spPr>
          <a:xfrm>
            <a:off x="7267397" y="5502116"/>
            <a:ext cx="580768" cy="58076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200" dirty="0"/>
              <a:t>22</a:t>
            </a:r>
            <a:br>
              <a:rPr lang="en-US" dirty="0"/>
            </a:br>
            <a:r>
              <a:rPr lang="en-US" b="1" dirty="0"/>
              <a:t>22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D52E984-06DC-3C7C-7981-2FBC4FBED36C}"/>
              </a:ext>
            </a:extLst>
          </p:cNvPr>
          <p:cNvCxnSpPr>
            <a:stCxn id="6" idx="6"/>
            <a:endCxn id="14" idx="1"/>
          </p:cNvCxnSpPr>
          <p:nvPr/>
        </p:nvCxnSpPr>
        <p:spPr>
          <a:xfrm>
            <a:off x="5277013" y="1540765"/>
            <a:ext cx="669260" cy="216559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FE7D67C2-69D3-56A6-CEA8-DC0EC382F427}"/>
              </a:ext>
            </a:extLst>
          </p:cNvPr>
          <p:cNvCxnSpPr>
            <a:cxnSpLocks/>
            <a:stCxn id="15" idx="2"/>
            <a:endCxn id="11" idx="5"/>
          </p:cNvCxnSpPr>
          <p:nvPr/>
        </p:nvCxnSpPr>
        <p:spPr>
          <a:xfrm rot="10800000">
            <a:off x="5191961" y="2558211"/>
            <a:ext cx="669260" cy="206551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6022D512-4FEC-8BA2-D132-4045811F5F80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904046" y="1540765"/>
            <a:ext cx="856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692E9430-AB63-A67B-6678-A2B1A3ECB61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341745" y="1540765"/>
            <a:ext cx="1354500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B8B59E8F-43C8-335F-47D9-44C722488597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277013" y="1540765"/>
            <a:ext cx="198789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70B9E4C1-63E5-03A8-D16C-FB26441F6ED1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7845673" y="1540765"/>
            <a:ext cx="111579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E6C92396-ABFD-65EE-CF71-A38CEEB5D416}"/>
              </a:ext>
            </a:extLst>
          </p:cNvPr>
          <p:cNvCxnSpPr>
            <a:cxnSpLocks/>
            <a:stCxn id="8" idx="6"/>
            <a:endCxn id="13" idx="6"/>
          </p:cNvCxnSpPr>
          <p:nvPr/>
        </p:nvCxnSpPr>
        <p:spPr>
          <a:xfrm>
            <a:off x="9542233" y="1540765"/>
            <a:ext cx="12700" cy="81211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2FD84A46-FAB3-1395-A53A-9772BC62AB76}"/>
              </a:ext>
            </a:extLst>
          </p:cNvPr>
          <p:cNvCxnSpPr>
            <a:cxnSpLocks/>
            <a:stCxn id="13" idx="2"/>
            <a:endCxn id="12" idx="6"/>
          </p:cNvCxnSpPr>
          <p:nvPr/>
        </p:nvCxnSpPr>
        <p:spPr>
          <a:xfrm rot="10800000">
            <a:off x="7845673" y="2352878"/>
            <a:ext cx="111579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13E803BE-8B92-2A36-BB1A-131D8319850E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rot="10800000">
            <a:off x="5277013" y="2352878"/>
            <a:ext cx="198789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1EC5E72A-4C30-98F5-68BF-DB86653BF2EA}"/>
              </a:ext>
            </a:extLst>
          </p:cNvPr>
          <p:cNvCxnSpPr>
            <a:cxnSpLocks/>
            <a:stCxn id="11" idx="2"/>
            <a:endCxn id="10" idx="6"/>
          </p:cNvCxnSpPr>
          <p:nvPr/>
        </p:nvCxnSpPr>
        <p:spPr>
          <a:xfrm flipH="1">
            <a:off x="3341745" y="2352878"/>
            <a:ext cx="1354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6FA3C355-8606-0ED2-12BC-3FAECE5AE253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1935569" y="2352878"/>
            <a:ext cx="825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C033E6BD-3431-BDDF-6403-9BCB022E73A0}"/>
              </a:ext>
            </a:extLst>
          </p:cNvPr>
          <p:cNvCxnSpPr>
            <a:cxnSpLocks/>
            <a:stCxn id="9" idx="2"/>
            <a:endCxn id="4" idx="2"/>
          </p:cNvCxnSpPr>
          <p:nvPr/>
        </p:nvCxnSpPr>
        <p:spPr>
          <a:xfrm rot="10800000">
            <a:off x="1323279" y="1540766"/>
            <a:ext cx="31523" cy="812113"/>
          </a:xfrm>
          <a:prstGeom prst="curvedConnector3">
            <a:avLst>
              <a:gd name="adj1" fmla="val 82518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311ED772-2BB1-7689-BDF8-C98608B771E3}"/>
              </a:ext>
            </a:extLst>
          </p:cNvPr>
          <p:cNvCxnSpPr>
            <a:cxnSpLocks/>
            <a:stCxn id="15" idx="2"/>
            <a:endCxn id="14" idx="2"/>
          </p:cNvCxnSpPr>
          <p:nvPr/>
        </p:nvCxnSpPr>
        <p:spPr>
          <a:xfrm rot="10800000">
            <a:off x="5861221" y="1962657"/>
            <a:ext cx="12700" cy="80210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149D260B-90CB-6B55-B6E4-7C2F1386319B}"/>
              </a:ext>
            </a:extLst>
          </p:cNvPr>
          <p:cNvCxnSpPr>
            <a:cxnSpLocks/>
            <a:stCxn id="14" idx="5"/>
            <a:endCxn id="16" idx="1"/>
          </p:cNvCxnSpPr>
          <p:nvPr/>
        </p:nvCxnSpPr>
        <p:spPr>
          <a:xfrm>
            <a:off x="6356937" y="2167988"/>
            <a:ext cx="995512" cy="10556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Curved Connector 76">
            <a:extLst>
              <a:ext uri="{FF2B5EF4-FFF2-40B4-BE49-F238E27FC236}">
                <a16:creationId xmlns:a16="http://schemas.microsoft.com/office/drawing/2014/main" id="{A400FD64-B744-A1DB-553D-52B71C2629CD}"/>
              </a:ext>
            </a:extLst>
          </p:cNvPr>
          <p:cNvCxnSpPr>
            <a:cxnSpLocks/>
            <a:stCxn id="16" idx="5"/>
            <a:endCxn id="18" idx="2"/>
          </p:cNvCxnSpPr>
          <p:nvPr/>
        </p:nvCxnSpPr>
        <p:spPr>
          <a:xfrm>
            <a:off x="7763113" y="3634332"/>
            <a:ext cx="1198352" cy="961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1" name="Curved Connector 76">
            <a:extLst>
              <a:ext uri="{FF2B5EF4-FFF2-40B4-BE49-F238E27FC236}">
                <a16:creationId xmlns:a16="http://schemas.microsoft.com/office/drawing/2014/main" id="{952D78A8-A226-7749-7302-CCF661A9E697}"/>
              </a:ext>
            </a:extLst>
          </p:cNvPr>
          <p:cNvCxnSpPr>
            <a:cxnSpLocks/>
            <a:stCxn id="17" idx="5"/>
            <a:endCxn id="19" idx="2"/>
          </p:cNvCxnSpPr>
          <p:nvPr/>
        </p:nvCxnSpPr>
        <p:spPr>
          <a:xfrm>
            <a:off x="7763113" y="4436437"/>
            <a:ext cx="1198352" cy="961299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" name="Curved Connector 71">
            <a:extLst>
              <a:ext uri="{FF2B5EF4-FFF2-40B4-BE49-F238E27FC236}">
                <a16:creationId xmlns:a16="http://schemas.microsoft.com/office/drawing/2014/main" id="{A4479D60-6389-AB84-B5EF-6D69725F5BC1}"/>
              </a:ext>
            </a:extLst>
          </p:cNvPr>
          <p:cNvCxnSpPr>
            <a:cxnSpLocks/>
            <a:stCxn id="15" idx="5"/>
            <a:endCxn id="17" idx="1"/>
          </p:cNvCxnSpPr>
          <p:nvPr/>
        </p:nvCxnSpPr>
        <p:spPr>
          <a:xfrm>
            <a:off x="6356937" y="2970093"/>
            <a:ext cx="995512" cy="105568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7" name="Curved Connector 86">
            <a:extLst>
              <a:ext uri="{FF2B5EF4-FFF2-40B4-BE49-F238E27FC236}">
                <a16:creationId xmlns:a16="http://schemas.microsoft.com/office/drawing/2014/main" id="{174B850B-16FA-812F-7277-E224A6415660}"/>
              </a:ext>
            </a:extLst>
          </p:cNvPr>
          <p:cNvCxnSpPr>
            <a:cxnSpLocks/>
            <a:stCxn id="18" idx="6"/>
            <a:endCxn id="19" idx="6"/>
          </p:cNvCxnSpPr>
          <p:nvPr/>
        </p:nvCxnSpPr>
        <p:spPr>
          <a:xfrm>
            <a:off x="9542233" y="4595631"/>
            <a:ext cx="12700" cy="80210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Curved Connector 89">
            <a:extLst>
              <a:ext uri="{FF2B5EF4-FFF2-40B4-BE49-F238E27FC236}">
                <a16:creationId xmlns:a16="http://schemas.microsoft.com/office/drawing/2014/main" id="{93A41B2C-8116-9236-BBF2-76DDF0310EB6}"/>
              </a:ext>
            </a:extLst>
          </p:cNvPr>
          <p:cNvCxnSpPr>
            <a:cxnSpLocks/>
            <a:stCxn id="18" idx="6"/>
            <a:endCxn id="22" idx="0"/>
          </p:cNvCxnSpPr>
          <p:nvPr/>
        </p:nvCxnSpPr>
        <p:spPr>
          <a:xfrm>
            <a:off x="9542233" y="4595631"/>
            <a:ext cx="580768" cy="10438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8E538EF8-E0CA-3AF6-9C18-D831ECC1D2B9}"/>
              </a:ext>
            </a:extLst>
          </p:cNvPr>
          <p:cNvCxnSpPr>
            <a:cxnSpLocks/>
            <a:stCxn id="23" idx="2"/>
            <a:endCxn id="19" idx="5"/>
          </p:cNvCxnSpPr>
          <p:nvPr/>
        </p:nvCxnSpPr>
        <p:spPr>
          <a:xfrm rot="10800000">
            <a:off x="9457181" y="5603068"/>
            <a:ext cx="375436" cy="189432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urved Connector 96">
            <a:extLst>
              <a:ext uri="{FF2B5EF4-FFF2-40B4-BE49-F238E27FC236}">
                <a16:creationId xmlns:a16="http://schemas.microsoft.com/office/drawing/2014/main" id="{468F7D7E-7957-72B8-9FBC-DD3794CEEE5A}"/>
              </a:ext>
            </a:extLst>
          </p:cNvPr>
          <p:cNvCxnSpPr>
            <a:cxnSpLocks/>
            <a:stCxn id="23" idx="6"/>
            <a:endCxn id="22" idx="6"/>
          </p:cNvCxnSpPr>
          <p:nvPr/>
        </p:nvCxnSpPr>
        <p:spPr>
          <a:xfrm flipV="1">
            <a:off x="10413385" y="4990395"/>
            <a:ext cx="12700" cy="80210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Curved Connector 99">
            <a:extLst>
              <a:ext uri="{FF2B5EF4-FFF2-40B4-BE49-F238E27FC236}">
                <a16:creationId xmlns:a16="http://schemas.microsoft.com/office/drawing/2014/main" id="{812EB30D-6AF6-6EDB-29F1-15286A88369A}"/>
              </a:ext>
            </a:extLst>
          </p:cNvPr>
          <p:cNvCxnSpPr>
            <a:cxnSpLocks/>
            <a:stCxn id="22" idx="2"/>
            <a:endCxn id="26" idx="6"/>
          </p:cNvCxnSpPr>
          <p:nvPr/>
        </p:nvCxnSpPr>
        <p:spPr>
          <a:xfrm flipH="1">
            <a:off x="7848165" y="4990395"/>
            <a:ext cx="19844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Curved Connector 99">
            <a:extLst>
              <a:ext uri="{FF2B5EF4-FFF2-40B4-BE49-F238E27FC236}">
                <a16:creationId xmlns:a16="http://schemas.microsoft.com/office/drawing/2014/main" id="{888479E4-A42B-6404-EAD3-9BA123BBFE01}"/>
              </a:ext>
            </a:extLst>
          </p:cNvPr>
          <p:cNvCxnSpPr>
            <a:cxnSpLocks/>
            <a:stCxn id="27" idx="6"/>
            <a:endCxn id="23" idx="2"/>
          </p:cNvCxnSpPr>
          <p:nvPr/>
        </p:nvCxnSpPr>
        <p:spPr>
          <a:xfrm>
            <a:off x="7848165" y="5792500"/>
            <a:ext cx="19844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Curved Connector 99">
            <a:extLst>
              <a:ext uri="{FF2B5EF4-FFF2-40B4-BE49-F238E27FC236}">
                <a16:creationId xmlns:a16="http://schemas.microsoft.com/office/drawing/2014/main" id="{1CDE4FC3-18B8-5E0B-0D1B-424064978FAA}"/>
              </a:ext>
            </a:extLst>
          </p:cNvPr>
          <p:cNvCxnSpPr>
            <a:cxnSpLocks/>
            <a:stCxn id="25" idx="6"/>
            <a:endCxn id="27" idx="2"/>
          </p:cNvCxnSpPr>
          <p:nvPr/>
        </p:nvCxnSpPr>
        <p:spPr>
          <a:xfrm>
            <a:off x="5274819" y="5792500"/>
            <a:ext cx="19925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Curved Connector 99">
            <a:extLst>
              <a:ext uri="{FF2B5EF4-FFF2-40B4-BE49-F238E27FC236}">
                <a16:creationId xmlns:a16="http://schemas.microsoft.com/office/drawing/2014/main" id="{BCBFBF2D-6C65-3D91-1304-1CEB9562AAAA}"/>
              </a:ext>
            </a:extLst>
          </p:cNvPr>
          <p:cNvCxnSpPr>
            <a:cxnSpLocks/>
            <a:stCxn id="21" idx="6"/>
            <a:endCxn id="25" idx="2"/>
          </p:cNvCxnSpPr>
          <p:nvPr/>
        </p:nvCxnSpPr>
        <p:spPr>
          <a:xfrm>
            <a:off x="3341745" y="5792500"/>
            <a:ext cx="13523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Curved Connector 99">
            <a:extLst>
              <a:ext uri="{FF2B5EF4-FFF2-40B4-BE49-F238E27FC236}">
                <a16:creationId xmlns:a16="http://schemas.microsoft.com/office/drawing/2014/main" id="{DD7615BB-03C6-0199-916F-C4C4C96C23FF}"/>
              </a:ext>
            </a:extLst>
          </p:cNvPr>
          <p:cNvCxnSpPr>
            <a:cxnSpLocks/>
            <a:stCxn id="24" idx="2"/>
            <a:endCxn id="20" idx="6"/>
          </p:cNvCxnSpPr>
          <p:nvPr/>
        </p:nvCxnSpPr>
        <p:spPr>
          <a:xfrm flipH="1">
            <a:off x="3341745" y="4990395"/>
            <a:ext cx="135230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Curved Connector 99">
            <a:extLst>
              <a:ext uri="{FF2B5EF4-FFF2-40B4-BE49-F238E27FC236}">
                <a16:creationId xmlns:a16="http://schemas.microsoft.com/office/drawing/2014/main" id="{9262AC34-10F7-BCBA-CEF9-E399912372D0}"/>
              </a:ext>
            </a:extLst>
          </p:cNvPr>
          <p:cNvCxnSpPr>
            <a:cxnSpLocks/>
            <a:stCxn id="26" idx="2"/>
            <a:endCxn id="24" idx="6"/>
          </p:cNvCxnSpPr>
          <p:nvPr/>
        </p:nvCxnSpPr>
        <p:spPr>
          <a:xfrm flipH="1">
            <a:off x="5274819" y="4990395"/>
            <a:ext cx="19925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CD15C154-199E-B86C-5179-1DACD9AFADB5}"/>
              </a:ext>
            </a:extLst>
          </p:cNvPr>
          <p:cNvCxnSpPr>
            <a:cxnSpLocks/>
            <a:stCxn id="20" idx="2"/>
            <a:endCxn id="21" idx="2"/>
          </p:cNvCxnSpPr>
          <p:nvPr/>
        </p:nvCxnSpPr>
        <p:spPr>
          <a:xfrm rot="10800000" flipV="1">
            <a:off x="2760977" y="4990394"/>
            <a:ext cx="12700" cy="802105"/>
          </a:xfrm>
          <a:prstGeom prst="curved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77C73CCE-634D-5DF8-36D9-E1539D63A319}"/>
              </a:ext>
            </a:extLst>
          </p:cNvPr>
          <p:cNvSpPr txBox="1"/>
          <p:nvPr/>
        </p:nvSpPr>
        <p:spPr>
          <a:xfrm>
            <a:off x="9832617" y="1831149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[5,10]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1D72563-1EA7-882F-8AB7-F79169672237}"/>
              </a:ext>
            </a:extLst>
          </p:cNvPr>
          <p:cNvSpPr txBox="1"/>
          <p:nvPr/>
        </p:nvSpPr>
        <p:spPr>
          <a:xfrm>
            <a:off x="396064" y="1808321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[5,10]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F77E245-DECD-2900-8B7D-379AF8C09CED}"/>
              </a:ext>
            </a:extLst>
          </p:cNvPr>
          <p:cNvSpPr txBox="1"/>
          <p:nvPr/>
        </p:nvSpPr>
        <p:spPr>
          <a:xfrm>
            <a:off x="2095742" y="1311409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[6,9]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3B7CF92-780E-3005-F670-22E0A5201F41}"/>
              </a:ext>
            </a:extLst>
          </p:cNvPr>
          <p:cNvSpPr txBox="1"/>
          <p:nvPr/>
        </p:nvSpPr>
        <p:spPr>
          <a:xfrm>
            <a:off x="2074322" y="208532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[6,9]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63F162E-CC40-EB59-5181-E3938D8BF19E}"/>
              </a:ext>
            </a:extLst>
          </p:cNvPr>
          <p:cNvSpPr txBox="1"/>
          <p:nvPr/>
        </p:nvSpPr>
        <p:spPr>
          <a:xfrm>
            <a:off x="3818672" y="1263766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[6,8]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956472B-4073-101D-6F06-5FD46627E0EA}"/>
              </a:ext>
            </a:extLst>
          </p:cNvPr>
          <p:cNvSpPr txBox="1"/>
          <p:nvPr/>
        </p:nvSpPr>
        <p:spPr>
          <a:xfrm>
            <a:off x="3824962" y="2106951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[6,8]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3924C1B-FBE4-D1E2-FC07-01DE99683426}"/>
              </a:ext>
            </a:extLst>
          </p:cNvPr>
          <p:cNvSpPr txBox="1"/>
          <p:nvPr/>
        </p:nvSpPr>
        <p:spPr>
          <a:xfrm>
            <a:off x="6030348" y="1242135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[5,7]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10A5172-C7D7-1F75-1835-7EE6CE18829A}"/>
              </a:ext>
            </a:extLst>
          </p:cNvPr>
          <p:cNvSpPr txBox="1"/>
          <p:nvPr/>
        </p:nvSpPr>
        <p:spPr>
          <a:xfrm>
            <a:off x="6659326" y="2072284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[5,7]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10E918C-6E3E-098D-5886-09B66D99EAA4}"/>
              </a:ext>
            </a:extLst>
          </p:cNvPr>
          <p:cNvSpPr txBox="1"/>
          <p:nvPr/>
        </p:nvSpPr>
        <p:spPr>
          <a:xfrm>
            <a:off x="8162958" y="126269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[2,5]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E26B68B-6F3C-4624-91BA-5EF8093EDE5B}"/>
              </a:ext>
            </a:extLst>
          </p:cNvPr>
          <p:cNvSpPr txBox="1"/>
          <p:nvPr/>
        </p:nvSpPr>
        <p:spPr>
          <a:xfrm>
            <a:off x="8152786" y="2082228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[2,5]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0131072-5AFF-57DA-E0CA-1E5B832583B7}"/>
              </a:ext>
            </a:extLst>
          </p:cNvPr>
          <p:cNvSpPr txBox="1"/>
          <p:nvPr/>
        </p:nvSpPr>
        <p:spPr>
          <a:xfrm>
            <a:off x="5252276" y="1825728"/>
            <a:ext cx="562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[5,10]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6585BF3-79B0-6A24-B40C-639557D51D9C}"/>
              </a:ext>
            </a:extLst>
          </p:cNvPr>
          <p:cNvSpPr txBox="1"/>
          <p:nvPr/>
        </p:nvSpPr>
        <p:spPr>
          <a:xfrm>
            <a:off x="9357745" y="4754207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[2,6]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4994054-E88F-E26F-63BD-B76919C4FB06}"/>
              </a:ext>
            </a:extLst>
          </p:cNvPr>
          <p:cNvSpPr txBox="1"/>
          <p:nvPr/>
        </p:nvSpPr>
        <p:spPr>
          <a:xfrm>
            <a:off x="7041259" y="2720925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[3,5]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3B842EB-35AA-F8DD-435F-B2C072E1E3B4}"/>
              </a:ext>
            </a:extLst>
          </p:cNvPr>
          <p:cNvSpPr txBox="1"/>
          <p:nvPr/>
        </p:nvSpPr>
        <p:spPr>
          <a:xfrm>
            <a:off x="8258829" y="3773081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[3,5]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E64D3E3-0422-E6E4-E042-86DD465B3669}"/>
              </a:ext>
            </a:extLst>
          </p:cNvPr>
          <p:cNvSpPr txBox="1"/>
          <p:nvPr/>
        </p:nvSpPr>
        <p:spPr>
          <a:xfrm>
            <a:off x="6446018" y="3514052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[3,5]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898B114-CFAF-879D-60DE-5013FDDAF761}"/>
              </a:ext>
            </a:extLst>
          </p:cNvPr>
          <p:cNvSpPr txBox="1"/>
          <p:nvPr/>
        </p:nvSpPr>
        <p:spPr>
          <a:xfrm>
            <a:off x="8163053" y="4568444"/>
            <a:ext cx="481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</a:rPr>
              <a:t>[3,5]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3FA56A9-114E-3EB0-21BC-717AFA0D1891}"/>
              </a:ext>
            </a:extLst>
          </p:cNvPr>
          <p:cNvSpPr txBox="1"/>
          <p:nvPr/>
        </p:nvSpPr>
        <p:spPr>
          <a:xfrm>
            <a:off x="9678595" y="4259750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[2,4]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AFA51A4-410D-2D7A-0825-6F6B5A5CC8B1}"/>
              </a:ext>
            </a:extLst>
          </p:cNvPr>
          <p:cNvSpPr txBox="1"/>
          <p:nvPr/>
        </p:nvSpPr>
        <p:spPr>
          <a:xfrm>
            <a:off x="9457181" y="5475272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[2,4]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9AD89D1-E334-EF3F-1F00-F78CCA5453E6}"/>
              </a:ext>
            </a:extLst>
          </p:cNvPr>
          <p:cNvSpPr txBox="1"/>
          <p:nvPr/>
        </p:nvSpPr>
        <p:spPr>
          <a:xfrm>
            <a:off x="5234940" y="2726382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[2,4]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9CECCE4-806E-3D4C-DC17-78B6875A295A}"/>
              </a:ext>
            </a:extLst>
          </p:cNvPr>
          <p:cNvSpPr txBox="1"/>
          <p:nvPr/>
        </p:nvSpPr>
        <p:spPr>
          <a:xfrm>
            <a:off x="5432753" y="1563445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[2,4]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C1C82A2-575D-2B77-940E-80409956148E}"/>
              </a:ext>
            </a:extLst>
          </p:cNvPr>
          <p:cNvSpPr txBox="1"/>
          <p:nvPr/>
        </p:nvSpPr>
        <p:spPr>
          <a:xfrm>
            <a:off x="10655533" y="5274715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[2,5]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23D9E0C-9F6E-52CB-C986-57C0DADA6699}"/>
              </a:ext>
            </a:extLst>
          </p:cNvPr>
          <p:cNvSpPr txBox="1"/>
          <p:nvPr/>
        </p:nvSpPr>
        <p:spPr>
          <a:xfrm>
            <a:off x="1868390" y="5252946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[10,15]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C66528A-1019-318D-F91D-FF5F39A01941}"/>
              </a:ext>
            </a:extLst>
          </p:cNvPr>
          <p:cNvSpPr txBox="1"/>
          <p:nvPr/>
        </p:nvSpPr>
        <p:spPr>
          <a:xfrm>
            <a:off x="3675552" y="5529945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[6,9]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4EC90C7-82E4-E123-F34D-65BEDB3CF870}"/>
              </a:ext>
            </a:extLst>
          </p:cNvPr>
          <p:cNvSpPr txBox="1"/>
          <p:nvPr/>
        </p:nvSpPr>
        <p:spPr>
          <a:xfrm>
            <a:off x="3839910" y="4717407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[6,9]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964E165-A245-3D11-5EC3-E063ADFABE39}"/>
              </a:ext>
            </a:extLst>
          </p:cNvPr>
          <p:cNvSpPr txBox="1"/>
          <p:nvPr/>
        </p:nvSpPr>
        <p:spPr>
          <a:xfrm>
            <a:off x="6014259" y="4699712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[10,15]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066FEE7-99D6-8AE0-AF31-6D4105A1D36A}"/>
              </a:ext>
            </a:extLst>
          </p:cNvPr>
          <p:cNvSpPr txBox="1"/>
          <p:nvPr/>
        </p:nvSpPr>
        <p:spPr>
          <a:xfrm>
            <a:off x="5980703" y="5529945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[10,15]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C3E4769-D514-302B-D0AD-FE852D9CFC9A}"/>
              </a:ext>
            </a:extLst>
          </p:cNvPr>
          <p:cNvSpPr txBox="1"/>
          <p:nvPr/>
        </p:nvSpPr>
        <p:spPr>
          <a:xfrm>
            <a:off x="8499440" y="5841802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[4,6]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FB51FDA-EC82-C27E-3377-A6A86298AEEB}"/>
              </a:ext>
            </a:extLst>
          </p:cNvPr>
          <p:cNvSpPr txBox="1"/>
          <p:nvPr/>
        </p:nvSpPr>
        <p:spPr>
          <a:xfrm>
            <a:off x="7991774" y="4990394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[4,6]</a:t>
            </a:r>
          </a:p>
        </p:txBody>
      </p:sp>
    </p:spTree>
    <p:extLst>
      <p:ext uri="{BB962C8B-B14F-4D97-AF65-F5344CB8AC3E}">
        <p14:creationId xmlns:p14="http://schemas.microsoft.com/office/powerpoint/2010/main" val="192519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1B9A585A8A346B4C052FFC833CBFC" ma:contentTypeVersion="17" ma:contentTypeDescription="Create a new document." ma:contentTypeScope="" ma:versionID="c1fd5d1d67798cf4e7201d696840d4e3">
  <xsd:schema xmlns:xsd="http://www.w3.org/2001/XMLSchema" xmlns:xs="http://www.w3.org/2001/XMLSchema" xmlns:p="http://schemas.microsoft.com/office/2006/metadata/properties" xmlns:ns2="494dd61d-b702-487f-b3c8-545059e44dac" xmlns:ns3="980098f6-0a08-435f-b28a-5ed39a7cbee8" targetNamespace="http://schemas.microsoft.com/office/2006/metadata/properties" ma:root="true" ma:fieldsID="87d16de9ac27538074bd3700df1c0549" ns2:_="" ns3:_="">
    <xsd:import namespace="494dd61d-b702-487f-b3c8-545059e44dac"/>
    <xsd:import namespace="980098f6-0a08-435f-b28a-5ed39a7cb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dd61d-b702-487f-b3c8-545059e44d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53e1134-6eff-4cab-920d-29bb8fe5d4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4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098f6-0a08-435f-b28a-5ed39a7cbee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66e23c7-4598-4713-bdfe-b8b8b56c1168}" ma:internalName="TaxCatchAll" ma:showField="CatchAllData" ma:web="980098f6-0a08-435f-b28a-5ed39a7cbe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0098f6-0a08-435f-b28a-5ed39a7cbee8" xsi:nil="true"/>
    <Notes xmlns="494dd61d-b702-487f-b3c8-545059e44dac" xsi:nil="true"/>
    <lcf76f155ced4ddcb4097134ff3c332f xmlns="494dd61d-b702-487f-b3c8-545059e44d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C6898A6-135C-4602-A4DA-2A9ED7262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dd61d-b702-487f-b3c8-545059e44dac"/>
    <ds:schemaRef ds:uri="980098f6-0a08-435f-b28a-5ed39a7cb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656FAA-D462-428C-B30F-C09D5AED0D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FFC9FA-1F87-4510-AF99-708866DC6CCA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980098f6-0a08-435f-b28a-5ed39a7cbee8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494dd61d-b702-487f-b3c8-545059e44dac"/>
  </ds:schemaRefs>
</ds:datastoreItem>
</file>

<file path=docMetadata/LabelInfo.xml><?xml version="1.0" encoding="utf-8"?>
<clbl:labelList xmlns:clbl="http://schemas.microsoft.com/office/2020/mipLabelMetadata">
  <clbl:label id="{d83f1d6e-ad07-4793-8fd6-de843688e24e}" enabled="1" method="Standard" siteId="{ce36a986-caaa-4efd-b17a-7722807f115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496</Words>
  <Application>Microsoft Macintosh PowerPoint</Application>
  <PresentationFormat>Widescreen</PresentationFormat>
  <Paragraphs>152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Ronald van der Velden</dc:creator>
  <cp:lastModifiedBy>Ronald van der Velden</cp:lastModifiedBy>
  <cp:revision>12</cp:revision>
  <dcterms:created xsi:type="dcterms:W3CDTF">2026-03-24T08:32:23Z</dcterms:created>
  <dcterms:modified xsi:type="dcterms:W3CDTF">2026-04-09T11:46:17Z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0x0101001E21B9A585A8A346B4C052FFC833CBFC</vt:lpwstr>
  </property>
</Properties>
</file>